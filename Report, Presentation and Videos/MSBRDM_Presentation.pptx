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22"/>
  </p:notesMasterIdLst>
  <p:handoutMasterIdLst>
    <p:handoutMasterId r:id="rId23"/>
  </p:handoutMasterIdLst>
  <p:sldIdLst>
    <p:sldId id="355" r:id="rId8"/>
    <p:sldId id="356" r:id="rId9"/>
    <p:sldId id="357" r:id="rId10"/>
    <p:sldId id="373" r:id="rId11"/>
    <p:sldId id="369" r:id="rId12"/>
    <p:sldId id="374" r:id="rId13"/>
    <p:sldId id="370" r:id="rId14"/>
    <p:sldId id="367" r:id="rId15"/>
    <p:sldId id="371" r:id="rId16"/>
    <p:sldId id="361" r:id="rId17"/>
    <p:sldId id="359" r:id="rId18"/>
    <p:sldId id="363" r:id="rId19"/>
    <p:sldId id="366" r:id="rId20"/>
    <p:sldId id="365" r:id="rId21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10650-BF52-5AAD-AF40-DDB610279B1C}" v="321" dt="2026-02-18T14:21:38.693"/>
    <p1510:client id="{3127278F-B73C-4E25-53EA-8B7CAB17E710}" v="18" dt="2026-02-19T13:39:54.043"/>
    <p1510:client id="{337A2EB2-D492-EB5B-D7DF-E4857F36F285}" v="946" dt="2026-02-18T15:31:02.242"/>
    <p1510:client id="{3C6825E9-5B53-3C4D-3EF2-A6AC38EF3A2D}" v="100" dt="2026-02-18T14:37:52.094"/>
    <p1510:client id="{41AA9217-6806-9926-C0C7-F8DEAF558D87}" v="2" dt="2026-02-19T10:35:17.662"/>
    <p1510:client id="{638A5DF4-9EA0-154F-35D3-8526380B8CAE}" v="903" dt="2026-02-19T13:22:07.920"/>
    <p1510:client id="{68E174D4-7008-77CE-8C5B-67F5E54781E8}" v="148" dt="2026-02-19T13:31:05.613"/>
    <p1510:client id="{7980E185-588C-B1E7-A66D-7BB05E1366CD}" v="4" dt="2026-02-19T10:18:13.054"/>
    <p1510:client id="{97CCBD22-0E2B-9D4A-9A61-86D832A24E01}" v="3249" dt="2026-02-19T14:00:18.281"/>
    <p1510:client id="{B3EB8F5A-F109-1C5C-E2E7-92D5BC470C05}" v="2681" dt="2026-02-18T14:12:30.584"/>
    <p1510:client id="{B5E3A488-4570-E6FF-027B-5B39C48C6C0B}" v="273" dt="2026-02-19T13:44:20.353"/>
    <p1510:client id="{D5062C85-8312-E2E5-CE80-4CA69A39EB72}" v="1" dt="2026-02-19T13:02:38.723"/>
    <p1510:client id="{E319C94E-119F-4A92-DF61-4927644DB7B7}" v="58" dt="2026-02-18T17:17:16.260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4"/>
        <p:guide pos="2880"/>
        <p:guide orient="horz" pos="162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5d7b49e9-50d2-40dc-bab1-14a2d903542c::" providerId="AD" clId="Web-{3127278F-B73C-4E25-53EA-8B7CAB17E710}"/>
    <pc:docChg chg="modSld">
      <pc:chgData name="Guest User" userId="S::urn:spo:tenantanon#5d7b49e9-50d2-40dc-bab1-14a2d903542c::" providerId="AD" clId="Web-{3127278F-B73C-4E25-53EA-8B7CAB17E710}" dt="2026-02-19T13:39:54.043" v="14" actId="1076"/>
      <pc:docMkLst>
        <pc:docMk/>
      </pc:docMkLst>
      <pc:sldChg chg="addSp delSp modSp">
        <pc:chgData name="Guest User" userId="S::urn:spo:tenantanon#5d7b49e9-50d2-40dc-bab1-14a2d903542c::" providerId="AD" clId="Web-{3127278F-B73C-4E25-53EA-8B7CAB17E710}" dt="2026-02-19T13:38:04.373" v="5"/>
        <pc:sldMkLst>
          <pc:docMk/>
          <pc:sldMk cId="0" sldId="355"/>
        </pc:sldMkLst>
        <pc:picChg chg="add del mod">
          <ac:chgData name="Guest User" userId="S::urn:spo:tenantanon#5d7b49e9-50d2-40dc-bab1-14a2d903542c::" providerId="AD" clId="Web-{3127278F-B73C-4E25-53EA-8B7CAB17E710}" dt="2026-02-19T13:38:04.373" v="5"/>
          <ac:picMkLst>
            <pc:docMk/>
            <pc:sldMk cId="0" sldId="355"/>
            <ac:picMk id="2" creationId="{63C1BE33-7FFB-1239-1268-1795388BD936}"/>
          </ac:picMkLst>
        </pc:picChg>
      </pc:sldChg>
      <pc:sldChg chg="addSp modSp">
        <pc:chgData name="Guest User" userId="S::urn:spo:tenantanon#5d7b49e9-50d2-40dc-bab1-14a2d903542c::" providerId="AD" clId="Web-{3127278F-B73C-4E25-53EA-8B7CAB17E710}" dt="2026-02-19T13:38:01.952" v="4" actId="1076"/>
        <pc:sldMkLst>
          <pc:docMk/>
          <pc:sldMk cId="85414626" sldId="356"/>
        </pc:sldMkLst>
        <pc:picChg chg="add mod">
          <ac:chgData name="Guest User" userId="S::urn:spo:tenantanon#5d7b49e9-50d2-40dc-bab1-14a2d903542c::" providerId="AD" clId="Web-{3127278F-B73C-4E25-53EA-8B7CAB17E710}" dt="2026-02-19T13:38:01.952" v="4" actId="1076"/>
          <ac:picMkLst>
            <pc:docMk/>
            <pc:sldMk cId="85414626" sldId="356"/>
            <ac:picMk id="2" creationId="{6A5FFF4B-712D-DE99-5FAC-AE029D57F336}"/>
          </ac:picMkLst>
        </pc:picChg>
      </pc:sldChg>
      <pc:sldChg chg="addSp delSp modSp">
        <pc:chgData name="Guest User" userId="S::urn:spo:tenantanon#5d7b49e9-50d2-40dc-bab1-14a2d903542c::" providerId="AD" clId="Web-{3127278F-B73C-4E25-53EA-8B7CAB17E710}" dt="2026-02-19T13:39:54.043" v="14" actId="1076"/>
        <pc:sldMkLst>
          <pc:docMk/>
          <pc:sldMk cId="2743424375" sldId="374"/>
        </pc:sldMkLst>
        <pc:picChg chg="add mod">
          <ac:chgData name="Guest User" userId="S::urn:spo:tenantanon#5d7b49e9-50d2-40dc-bab1-14a2d903542c::" providerId="AD" clId="Web-{3127278F-B73C-4E25-53EA-8B7CAB17E710}" dt="2026-02-19T13:39:54.043" v="14" actId="1076"/>
          <ac:picMkLst>
            <pc:docMk/>
            <pc:sldMk cId="2743424375" sldId="374"/>
            <ac:picMk id="2" creationId="{F8786BF7-3BB2-E65D-8AF0-A14AB1B367A9}"/>
          </ac:picMkLst>
        </pc:picChg>
        <pc:picChg chg="del">
          <ac:chgData name="Guest User" userId="S::urn:spo:tenantanon#5d7b49e9-50d2-40dc-bab1-14a2d903542c::" providerId="AD" clId="Web-{3127278F-B73C-4E25-53EA-8B7CAB17E710}" dt="2026-02-19T13:39:18.274" v="6"/>
          <ac:picMkLst>
            <pc:docMk/>
            <pc:sldMk cId="2743424375" sldId="374"/>
            <ac:picMk id="8" creationId="{080332DE-3FB6-F143-2C73-F7FA74AEB69E}"/>
          </ac:picMkLst>
        </pc:picChg>
      </pc:sldChg>
    </pc:docChg>
  </pc:docChgLst>
  <pc:docChgLst>
    <pc:chgData clId="Web-{B3EB8F5A-F109-1C5C-E2E7-92D5BC470C05}"/>
    <pc:docChg chg="addSld">
      <pc:chgData name="" userId="" providerId="" clId="Web-{B3EB8F5A-F109-1C5C-E2E7-92D5BC470C05}" dt="2026-02-18T12:37:33.818" v="0"/>
      <pc:docMkLst>
        <pc:docMk/>
      </pc:docMkLst>
      <pc:sldChg chg="new">
        <pc:chgData name="" userId="" providerId="" clId="Web-{B3EB8F5A-F109-1C5C-E2E7-92D5BC470C05}" dt="2026-02-18T12:37:33.818" v="0"/>
        <pc:sldMkLst>
          <pc:docMk/>
          <pc:sldMk cId="2712133451" sldId="360"/>
        </pc:sldMkLst>
      </pc:sldChg>
    </pc:docChg>
  </pc:docChgLst>
  <pc:docChgLst>
    <pc:chgData name="You-Ri Su" userId="38e1b3ba-9cff-41c1-b3d0-c6516c1fd15a" providerId="ADAL" clId="{520E5327-A8F5-5164-8CD9-FF19C84A41BC}"/>
    <pc:docChg chg="undo custSel addSld delSld modSld sldOrd">
      <pc:chgData name="You-Ri Su" userId="38e1b3ba-9cff-41c1-b3d0-c6516c1fd15a" providerId="ADAL" clId="{520E5327-A8F5-5164-8CD9-FF19C84A41BC}" dt="2026-02-19T14:00:18.281" v="3282" actId="20578"/>
      <pc:docMkLst>
        <pc:docMk/>
      </pc:docMkLst>
      <pc:sldChg chg="modSp mod">
        <pc:chgData name="You-Ri Su" userId="38e1b3ba-9cff-41c1-b3d0-c6516c1fd15a" providerId="ADAL" clId="{520E5327-A8F5-5164-8CD9-FF19C84A41BC}" dt="2026-02-18T15:24:28.595" v="2986" actId="20577"/>
        <pc:sldMkLst>
          <pc:docMk/>
          <pc:sldMk cId="85414626" sldId="356"/>
        </pc:sldMkLst>
        <pc:spChg chg="mod">
          <ac:chgData name="You-Ri Su" userId="38e1b3ba-9cff-41c1-b3d0-c6516c1fd15a" providerId="ADAL" clId="{520E5327-A8F5-5164-8CD9-FF19C84A41BC}" dt="2026-02-18T15:24:28.595" v="2986" actId="20577"/>
          <ac:spMkLst>
            <pc:docMk/>
            <pc:sldMk cId="85414626" sldId="356"/>
            <ac:spMk id="6" creationId="{75CCBCBC-AD8F-740C-7AB0-DB6E3969646F}"/>
          </ac:spMkLst>
        </pc:spChg>
        <pc:spChg chg="mod">
          <ac:chgData name="You-Ri Su" userId="38e1b3ba-9cff-41c1-b3d0-c6516c1fd15a" providerId="ADAL" clId="{520E5327-A8F5-5164-8CD9-FF19C84A41BC}" dt="2026-02-18T15:16:00.965" v="2943" actId="1076"/>
          <ac:spMkLst>
            <pc:docMk/>
            <pc:sldMk cId="85414626" sldId="356"/>
            <ac:spMk id="18" creationId="{6DBFB7BE-9CF0-6732-30B6-17355B41ABBD}"/>
          </ac:spMkLst>
        </pc:spChg>
        <pc:picChg chg="mod">
          <ac:chgData name="You-Ri Su" userId="38e1b3ba-9cff-41c1-b3d0-c6516c1fd15a" providerId="ADAL" clId="{520E5327-A8F5-5164-8CD9-FF19C84A41BC}" dt="2026-02-18T15:15:57.021" v="2942" actId="1076"/>
          <ac:picMkLst>
            <pc:docMk/>
            <pc:sldMk cId="85414626" sldId="356"/>
            <ac:picMk id="16" creationId="{7CC4B426-0F56-BED6-1525-EE8B4AE239C8}"/>
          </ac:picMkLst>
        </pc:picChg>
      </pc:sldChg>
      <pc:sldChg chg="modSp mod">
        <pc:chgData name="You-Ri Su" userId="38e1b3ba-9cff-41c1-b3d0-c6516c1fd15a" providerId="ADAL" clId="{520E5327-A8F5-5164-8CD9-FF19C84A41BC}" dt="2026-02-19T10:18:17.686" v="3274" actId="1076"/>
        <pc:sldMkLst>
          <pc:docMk/>
          <pc:sldMk cId="2918215793" sldId="358"/>
        </pc:sldMkLst>
        <pc:picChg chg="mod">
          <ac:chgData name="You-Ri Su" userId="38e1b3ba-9cff-41c1-b3d0-c6516c1fd15a" providerId="ADAL" clId="{520E5327-A8F5-5164-8CD9-FF19C84A41BC}" dt="2026-02-19T10:18:17.686" v="3274" actId="1076"/>
          <ac:picMkLst>
            <pc:docMk/>
            <pc:sldMk cId="2918215793" sldId="358"/>
            <ac:picMk id="2" creationId="{5186044F-1F08-2913-D7A7-C07B10DBA1AB}"/>
          </ac:picMkLst>
        </pc:picChg>
      </pc:sldChg>
      <pc:sldChg chg="modSp mod ord">
        <pc:chgData name="You-Ri Su" userId="38e1b3ba-9cff-41c1-b3d0-c6516c1fd15a" providerId="ADAL" clId="{520E5327-A8F5-5164-8CD9-FF19C84A41BC}" dt="2026-02-19T13:56:00.433" v="3279" actId="20578"/>
        <pc:sldMkLst>
          <pc:docMk/>
          <pc:sldMk cId="1394746260" sldId="359"/>
        </pc:sldMkLst>
        <pc:spChg chg="mod">
          <ac:chgData name="You-Ri Su" userId="38e1b3ba-9cff-41c1-b3d0-c6516c1fd15a" providerId="ADAL" clId="{520E5327-A8F5-5164-8CD9-FF19C84A41BC}" dt="2026-02-18T15:51:54.636" v="3237" actId="255"/>
          <ac:spMkLst>
            <pc:docMk/>
            <pc:sldMk cId="1394746260" sldId="359"/>
            <ac:spMk id="6" creationId="{F436F155-773D-4DCB-B8B5-F0E81DD8CD69}"/>
          </ac:spMkLst>
        </pc:spChg>
      </pc:sldChg>
      <pc:sldChg chg="addSp delSp modSp mod ord delAnim modAnim">
        <pc:chgData name="You-Ri Su" userId="38e1b3ba-9cff-41c1-b3d0-c6516c1fd15a" providerId="ADAL" clId="{520E5327-A8F5-5164-8CD9-FF19C84A41BC}" dt="2026-02-19T13:56:09.950" v="3280" actId="20578"/>
        <pc:sldMkLst>
          <pc:docMk/>
          <pc:sldMk cId="912637820" sldId="361"/>
        </pc:sldMkLst>
        <pc:spChg chg="add del mod">
          <ac:chgData name="You-Ri Su" userId="38e1b3ba-9cff-41c1-b3d0-c6516c1fd15a" providerId="ADAL" clId="{520E5327-A8F5-5164-8CD9-FF19C84A41BC}" dt="2026-02-18T15:20:41.524" v="2954" actId="478"/>
          <ac:spMkLst>
            <pc:docMk/>
            <pc:sldMk cId="912637820" sldId="361"/>
            <ac:spMk id="4" creationId="{2690F36E-DFBA-4A8D-86A6-37A7C4AC6271}"/>
          </ac:spMkLst>
        </pc:spChg>
        <pc:spChg chg="del">
          <ac:chgData name="You-Ri Su" userId="38e1b3ba-9cff-41c1-b3d0-c6516c1fd15a" providerId="ADAL" clId="{520E5327-A8F5-5164-8CD9-FF19C84A41BC}" dt="2026-02-18T15:20:44.420" v="2955" actId="478"/>
          <ac:spMkLst>
            <pc:docMk/>
            <pc:sldMk cId="912637820" sldId="361"/>
            <ac:spMk id="7" creationId="{32DF9901-AF99-CF4F-302C-71F2FE6CFA75}"/>
          </ac:spMkLst>
        </pc:spChg>
        <pc:spChg chg="del">
          <ac:chgData name="You-Ri Su" userId="38e1b3ba-9cff-41c1-b3d0-c6516c1fd15a" providerId="ADAL" clId="{520E5327-A8F5-5164-8CD9-FF19C84A41BC}" dt="2026-02-18T15:20:46.437" v="2956" actId="478"/>
          <ac:spMkLst>
            <pc:docMk/>
            <pc:sldMk cId="912637820" sldId="361"/>
            <ac:spMk id="8" creationId="{D6A3CD5E-C376-59B3-B461-67E33B9FBCEA}"/>
          </ac:spMkLst>
        </pc:spChg>
        <pc:spChg chg="add del mod">
          <ac:chgData name="You-Ri Su" userId="38e1b3ba-9cff-41c1-b3d0-c6516c1fd15a" providerId="ADAL" clId="{520E5327-A8F5-5164-8CD9-FF19C84A41BC}" dt="2026-02-18T15:20:40.019" v="2953" actId="478"/>
          <ac:spMkLst>
            <pc:docMk/>
            <pc:sldMk cId="912637820" sldId="361"/>
            <ac:spMk id="9" creationId="{235A786A-CC19-2926-2966-B726E30149C7}"/>
          </ac:spMkLst>
        </pc:spChg>
        <pc:spChg chg="add del mod">
          <ac:chgData name="You-Ri Su" userId="38e1b3ba-9cff-41c1-b3d0-c6516c1fd15a" providerId="ADAL" clId="{520E5327-A8F5-5164-8CD9-FF19C84A41BC}" dt="2026-02-18T15:20:36.802" v="2951" actId="478"/>
          <ac:spMkLst>
            <pc:docMk/>
            <pc:sldMk cId="912637820" sldId="361"/>
            <ac:spMk id="11" creationId="{FFBE817D-49A4-48FD-85EB-FB986B7C3F25}"/>
          </ac:spMkLst>
        </pc:spChg>
        <pc:spChg chg="add mod">
          <ac:chgData name="You-Ri Su" userId="38e1b3ba-9cff-41c1-b3d0-c6516c1fd15a" providerId="ADAL" clId="{520E5327-A8F5-5164-8CD9-FF19C84A41BC}" dt="2026-02-18T15:25:32.653" v="2998" actId="1076"/>
          <ac:spMkLst>
            <pc:docMk/>
            <pc:sldMk cId="912637820" sldId="361"/>
            <ac:spMk id="12" creationId="{B410D011-8F8F-626B-EFA0-118A015E4F30}"/>
          </ac:spMkLst>
        </pc:spChg>
        <pc:spChg chg="add mod">
          <ac:chgData name="You-Ri Su" userId="38e1b3ba-9cff-41c1-b3d0-c6516c1fd15a" providerId="ADAL" clId="{520E5327-A8F5-5164-8CD9-FF19C84A41BC}" dt="2026-02-18T15:25:53.334" v="3001" actId="1076"/>
          <ac:spMkLst>
            <pc:docMk/>
            <pc:sldMk cId="912637820" sldId="361"/>
            <ac:spMk id="13" creationId="{70A1F9A0-2EB0-E688-5709-D0559C4B3F22}"/>
          </ac:spMkLst>
        </pc:spChg>
        <pc:picChg chg="mod">
          <ac:chgData name="You-Ri Su" userId="38e1b3ba-9cff-41c1-b3d0-c6516c1fd15a" providerId="ADAL" clId="{520E5327-A8F5-5164-8CD9-FF19C84A41BC}" dt="2026-02-18T15:25:53.334" v="3001" actId="1076"/>
          <ac:picMkLst>
            <pc:docMk/>
            <pc:sldMk cId="912637820" sldId="361"/>
            <ac:picMk id="2" creationId="{9DC5C2B2-BBEF-5FC2-FED9-4351964B800C}"/>
          </ac:picMkLst>
        </pc:picChg>
        <pc:picChg chg="mod">
          <ac:chgData name="You-Ri Su" userId="38e1b3ba-9cff-41c1-b3d0-c6516c1fd15a" providerId="ADAL" clId="{520E5327-A8F5-5164-8CD9-FF19C84A41BC}" dt="2026-02-18T15:25:32.653" v="2998" actId="1076"/>
          <ac:picMkLst>
            <pc:docMk/>
            <pc:sldMk cId="912637820" sldId="361"/>
            <ac:picMk id="5" creationId="{9F15D135-F2B2-6CEA-89D3-E2D91F5D2C5F}"/>
          </ac:picMkLst>
        </pc:picChg>
        <pc:picChg chg="del mod">
          <ac:chgData name="You-Ri Su" userId="38e1b3ba-9cff-41c1-b3d0-c6516c1fd15a" providerId="ADAL" clId="{520E5327-A8F5-5164-8CD9-FF19C84A41BC}" dt="2026-02-18T15:39:44.849" v="3209" actId="478"/>
          <ac:picMkLst>
            <pc:docMk/>
            <pc:sldMk cId="912637820" sldId="361"/>
            <ac:picMk id="10" creationId="{BECBD784-7FBF-148F-9080-8279AB86D6B3}"/>
          </ac:picMkLst>
        </pc:picChg>
        <pc:picChg chg="add mod">
          <ac:chgData name="You-Ri Su" userId="38e1b3ba-9cff-41c1-b3d0-c6516c1fd15a" providerId="ADAL" clId="{520E5327-A8F5-5164-8CD9-FF19C84A41BC}" dt="2026-02-18T15:41:39.454" v="3215" actId="14100"/>
          <ac:picMkLst>
            <pc:docMk/>
            <pc:sldMk cId="912637820" sldId="361"/>
            <ac:picMk id="14" creationId="{EADA417E-BC97-47D6-849D-005B9A22D661}"/>
          </ac:picMkLst>
        </pc:picChg>
      </pc:sldChg>
      <pc:sldChg chg="modSp add mod">
        <pc:chgData name="You-Ri Su" userId="38e1b3ba-9cff-41c1-b3d0-c6516c1fd15a" providerId="ADAL" clId="{520E5327-A8F5-5164-8CD9-FF19C84A41BC}" dt="2026-02-19T13:29:30.774" v="3278" actId="20577"/>
        <pc:sldMkLst>
          <pc:docMk/>
          <pc:sldMk cId="2217813901" sldId="363"/>
        </pc:sldMkLst>
        <pc:spChg chg="mod">
          <ac:chgData name="You-Ri Su" userId="38e1b3ba-9cff-41c1-b3d0-c6516c1fd15a" providerId="ADAL" clId="{520E5327-A8F5-5164-8CD9-FF19C84A41BC}" dt="2026-02-18T14:40:04.884" v="23" actId="20577"/>
          <ac:spMkLst>
            <pc:docMk/>
            <pc:sldMk cId="2217813901" sldId="363"/>
            <ac:spMk id="5" creationId="{B619BCF2-5729-1E1B-1937-30F5CFF9AB37}"/>
          </ac:spMkLst>
        </pc:spChg>
        <pc:spChg chg="mod">
          <ac:chgData name="You-Ri Su" userId="38e1b3ba-9cff-41c1-b3d0-c6516c1fd15a" providerId="ADAL" clId="{520E5327-A8F5-5164-8CD9-FF19C84A41BC}" dt="2026-02-19T13:29:30.774" v="3278" actId="20577"/>
          <ac:spMkLst>
            <pc:docMk/>
            <pc:sldMk cId="2217813901" sldId="363"/>
            <ac:spMk id="6" creationId="{F2788C11-C65C-EE86-C69F-64EF9E8727E9}"/>
          </ac:spMkLst>
        </pc:spChg>
      </pc:sldChg>
      <pc:sldChg chg="del">
        <pc:chgData name="You-Ri Su" userId="38e1b3ba-9cff-41c1-b3d0-c6516c1fd15a" providerId="ADAL" clId="{520E5327-A8F5-5164-8CD9-FF19C84A41BC}" dt="2026-02-18T15:45:10.927" v="3216" actId="2696"/>
        <pc:sldMkLst>
          <pc:docMk/>
          <pc:sldMk cId="720239040" sldId="364"/>
        </pc:sldMkLst>
      </pc:sldChg>
      <pc:sldChg chg="modSp mod">
        <pc:chgData name="You-Ri Su" userId="38e1b3ba-9cff-41c1-b3d0-c6516c1fd15a" providerId="ADAL" clId="{520E5327-A8F5-5164-8CD9-FF19C84A41BC}" dt="2026-02-18T15:32:22.020" v="3017" actId="20577"/>
        <pc:sldMkLst>
          <pc:docMk/>
          <pc:sldMk cId="1065850566" sldId="365"/>
        </pc:sldMkLst>
        <pc:spChg chg="mod">
          <ac:chgData name="You-Ri Su" userId="38e1b3ba-9cff-41c1-b3d0-c6516c1fd15a" providerId="ADAL" clId="{520E5327-A8F5-5164-8CD9-FF19C84A41BC}" dt="2026-02-18T15:32:22.020" v="3017" actId="20577"/>
          <ac:spMkLst>
            <pc:docMk/>
            <pc:sldMk cId="1065850566" sldId="365"/>
            <ac:spMk id="5" creationId="{DAAC50DE-67FB-15B7-496B-FC22901E0B2A}"/>
          </ac:spMkLst>
        </pc:spChg>
      </pc:sldChg>
      <pc:sldChg chg="delSp modSp add mod">
        <pc:chgData name="You-Ri Su" userId="38e1b3ba-9cff-41c1-b3d0-c6516c1fd15a" providerId="ADAL" clId="{520E5327-A8F5-5164-8CD9-FF19C84A41BC}" dt="2026-02-18T23:56:55.919" v="3272" actId="20577"/>
        <pc:sldMkLst>
          <pc:docMk/>
          <pc:sldMk cId="1185947324" sldId="366"/>
        </pc:sldMkLst>
        <pc:spChg chg="del mod">
          <ac:chgData name="You-Ri Su" userId="38e1b3ba-9cff-41c1-b3d0-c6516c1fd15a" providerId="ADAL" clId="{520E5327-A8F5-5164-8CD9-FF19C84A41BC}" dt="2026-02-18T23:56:32.917" v="3262" actId="478"/>
          <ac:spMkLst>
            <pc:docMk/>
            <pc:sldMk cId="1185947324" sldId="366"/>
            <ac:spMk id="3" creationId="{F392852B-BECA-043C-7C68-A3E26E5A9A47}"/>
          </ac:spMkLst>
        </pc:spChg>
        <pc:spChg chg="mod">
          <ac:chgData name="You-Ri Su" userId="38e1b3ba-9cff-41c1-b3d0-c6516c1fd15a" providerId="ADAL" clId="{520E5327-A8F5-5164-8CD9-FF19C84A41BC}" dt="2026-02-18T23:56:55.919" v="3272" actId="20577"/>
          <ac:spMkLst>
            <pc:docMk/>
            <pc:sldMk cId="1185947324" sldId="366"/>
            <ac:spMk id="5" creationId="{70E6FEF4-9890-E30A-E093-08EB0E29BA88}"/>
          </ac:spMkLst>
        </pc:spChg>
      </pc:sldChg>
      <pc:sldChg chg="ord">
        <pc:chgData name="You-Ri Su" userId="38e1b3ba-9cff-41c1-b3d0-c6516c1fd15a" providerId="ADAL" clId="{520E5327-A8F5-5164-8CD9-FF19C84A41BC}" dt="2026-02-19T14:00:18.281" v="3282" actId="20578"/>
        <pc:sldMkLst>
          <pc:docMk/>
          <pc:sldMk cId="1629901079" sldId="369"/>
        </pc:sldMkLst>
      </pc:sldChg>
      <pc:sldChg chg="ord">
        <pc:chgData name="You-Ri Su" userId="38e1b3ba-9cff-41c1-b3d0-c6516c1fd15a" providerId="ADAL" clId="{520E5327-A8F5-5164-8CD9-FF19C84A41BC}" dt="2026-02-19T14:00:13.945" v="3281" actId="20578"/>
        <pc:sldMkLst>
          <pc:docMk/>
          <pc:sldMk cId="3127202336" sldId="371"/>
        </pc:sldMkLst>
      </pc:sldChg>
    </pc:docChg>
  </pc:docChgLst>
  <pc:docChgLst>
    <pc:chgData name="You-Ri Su" userId="S::you-ri.su@tum.de::38e1b3ba-9cff-41c1-b3d0-c6516c1fd15a" providerId="AD" clId="Web-{18FA28F8-4956-C207-6C2D-9D28D540B762}"/>
    <pc:docChg chg="modSld">
      <pc:chgData name="You-Ri Su" userId="S::you-ri.su@tum.de::38e1b3ba-9cff-41c1-b3d0-c6516c1fd15a" providerId="AD" clId="Web-{18FA28F8-4956-C207-6C2D-9D28D540B762}" dt="2026-02-16T22:57:23.154" v="10"/>
      <pc:docMkLst>
        <pc:docMk/>
      </pc:docMkLst>
      <pc:sldChg chg="addSp delSp modSp mod modClrScheme chgLayout">
        <pc:chgData name="You-Ri Su" userId="S::you-ri.su@tum.de::38e1b3ba-9cff-41c1-b3d0-c6516c1fd15a" providerId="AD" clId="Web-{18FA28F8-4956-C207-6C2D-9D28D540B762}" dt="2026-02-16T22:57:23.154" v="10"/>
        <pc:sldMkLst>
          <pc:docMk/>
          <pc:sldMk cId="85414626" sldId="356"/>
        </pc:sldMkLst>
        <pc:spChg chg="mod">
          <ac:chgData name="You-Ri Su" userId="S::you-ri.su@tum.de::38e1b3ba-9cff-41c1-b3d0-c6516c1fd15a" providerId="AD" clId="Web-{18FA28F8-4956-C207-6C2D-9D28D540B762}" dt="2026-02-16T22:57:23.154" v="10"/>
          <ac:spMkLst>
            <pc:docMk/>
            <pc:sldMk cId="85414626" sldId="356"/>
            <ac:spMk id="4" creationId="{FE68CDDE-80EB-FD55-9C98-ED68B0B01704}"/>
          </ac:spMkLst>
        </pc:spChg>
        <pc:spChg chg="mod">
          <ac:chgData name="You-Ri Su" userId="S::you-ri.su@tum.de::38e1b3ba-9cff-41c1-b3d0-c6516c1fd15a" providerId="AD" clId="Web-{18FA28F8-4956-C207-6C2D-9D28D540B762}" dt="2026-02-16T22:57:23.154" v="10"/>
          <ac:spMkLst>
            <pc:docMk/>
            <pc:sldMk cId="85414626" sldId="356"/>
            <ac:spMk id="5" creationId="{57764AE7-CE6E-242C-0BB8-3ED3F826BD48}"/>
          </ac:spMkLst>
        </pc:spChg>
        <pc:spChg chg="add del">
          <ac:chgData name="You-Ri Su" userId="S::you-ri.su@tum.de::38e1b3ba-9cff-41c1-b3d0-c6516c1fd15a" providerId="AD" clId="Web-{18FA28F8-4956-C207-6C2D-9D28D540B762}" dt="2026-02-16T22:57:23.154" v="10"/>
          <ac:spMkLst>
            <pc:docMk/>
            <pc:sldMk cId="85414626" sldId="356"/>
            <ac:spMk id="6" creationId="{75CCBCBC-AD8F-740C-7AB0-DB6E3969646F}"/>
          </ac:spMkLst>
        </pc:spChg>
        <pc:spChg chg="mod">
          <ac:chgData name="You-Ri Su" userId="S::you-ri.su@tum.de::38e1b3ba-9cff-41c1-b3d0-c6516c1fd15a" providerId="AD" clId="Web-{18FA28F8-4956-C207-6C2D-9D28D540B762}" dt="2026-02-16T22:57:23.154" v="10"/>
          <ac:spMkLst>
            <pc:docMk/>
            <pc:sldMk cId="85414626" sldId="356"/>
            <ac:spMk id="8" creationId="{A03D8555-21F4-520D-2DCF-EB6BED1B8554}"/>
          </ac:spMkLst>
        </pc:spChg>
      </pc:sldChg>
    </pc:docChg>
  </pc:docChgLst>
  <pc:docChgLst>
    <pc:chgData name="Gastbenutzer" userId="S::urn:spo:tenantanon#5d7b49e9-50d2-40dc-bab1-14a2d903542c::" providerId="AD" clId="Web-{3C6825E9-5B53-3C4D-3EF2-A6AC38EF3A2D}"/>
    <pc:docChg chg="modSld">
      <pc:chgData name="Gastbenutzer" userId="S::urn:spo:tenantanon#5d7b49e9-50d2-40dc-bab1-14a2d903542c::" providerId="AD" clId="Web-{3C6825E9-5B53-3C4D-3EF2-A6AC38EF3A2D}" dt="2026-02-18T14:37:52.094" v="52" actId="20577"/>
      <pc:docMkLst>
        <pc:docMk/>
      </pc:docMkLst>
      <pc:sldChg chg="modSp">
        <pc:chgData name="Gastbenutzer" userId="S::urn:spo:tenantanon#5d7b49e9-50d2-40dc-bab1-14a2d903542c::" providerId="AD" clId="Web-{3C6825E9-5B53-3C4D-3EF2-A6AC38EF3A2D}" dt="2026-02-18T14:37:52.094" v="52" actId="20577"/>
        <pc:sldMkLst>
          <pc:docMk/>
          <pc:sldMk cId="85414626" sldId="356"/>
        </pc:sldMkLst>
        <pc:spChg chg="mod">
          <ac:chgData name="Gastbenutzer" userId="S::urn:spo:tenantanon#5d7b49e9-50d2-40dc-bab1-14a2d903542c::" providerId="AD" clId="Web-{3C6825E9-5B53-3C4D-3EF2-A6AC38EF3A2D}" dt="2026-02-18T14:37:52.094" v="52" actId="20577"/>
          <ac:spMkLst>
            <pc:docMk/>
            <pc:sldMk cId="85414626" sldId="356"/>
            <ac:spMk id="3" creationId="{00246884-8CAA-9805-468C-D6A469C8C6AE}"/>
          </ac:spMkLst>
        </pc:spChg>
      </pc:sldChg>
    </pc:docChg>
  </pc:docChgLst>
  <pc:docChgLst>
    <pc:chgData name="You-Ri Su" userId="S::you-ri.su@tum.de::38e1b3ba-9cff-41c1-b3d0-c6516c1fd15a" providerId="AD" clId="Web-{2AC10650-BF52-5AAD-AF40-DDB610279B1C}"/>
    <pc:docChg chg="delSld modSld">
      <pc:chgData name="You-Ri Su" userId="S::you-ri.su@tum.de::38e1b3ba-9cff-41c1-b3d0-c6516c1fd15a" providerId="AD" clId="Web-{2AC10650-BF52-5AAD-AF40-DDB610279B1C}" dt="2026-02-18T14:21:38.693" v="287" actId="14100"/>
      <pc:docMkLst>
        <pc:docMk/>
      </pc:docMkLst>
      <pc:sldChg chg="modSp del">
        <pc:chgData name="You-Ri Su" userId="S::you-ri.su@tum.de::38e1b3ba-9cff-41c1-b3d0-c6516c1fd15a" providerId="AD" clId="Web-{2AC10650-BF52-5AAD-AF40-DDB610279B1C}" dt="2026-02-18T14:17:17.803" v="246"/>
        <pc:sldMkLst>
          <pc:docMk/>
          <pc:sldMk cId="3558582683" sldId="360"/>
        </pc:sldMkLst>
        <pc:spChg chg="mod">
          <ac:chgData name="You-Ri Su" userId="S::you-ri.su@tum.de::38e1b3ba-9cff-41c1-b3d0-c6516c1fd15a" providerId="AD" clId="Web-{2AC10650-BF52-5AAD-AF40-DDB610279B1C}" dt="2026-02-18T13:54:46.277" v="226" actId="20577"/>
          <ac:spMkLst>
            <pc:docMk/>
            <pc:sldMk cId="3558582683" sldId="360"/>
            <ac:spMk id="2" creationId="{B555C327-3661-B416-373C-1BD385E40336}"/>
          </ac:spMkLst>
        </pc:spChg>
      </pc:sldChg>
      <pc:sldChg chg="addSp delSp modSp addAnim delAnim">
        <pc:chgData name="You-Ri Su" userId="S::you-ri.su@tum.de::38e1b3ba-9cff-41c1-b3d0-c6516c1fd15a" providerId="AD" clId="Web-{2AC10650-BF52-5AAD-AF40-DDB610279B1C}" dt="2026-02-18T14:21:38.693" v="287" actId="14100"/>
        <pc:sldMkLst>
          <pc:docMk/>
          <pc:sldMk cId="912637820" sldId="361"/>
        </pc:sldMkLst>
        <pc:spChg chg="add mod">
          <ac:chgData name="You-Ri Su" userId="S::you-ri.su@tum.de::38e1b3ba-9cff-41c1-b3d0-c6516c1fd15a" providerId="AD" clId="Web-{2AC10650-BF52-5AAD-AF40-DDB610279B1C}" dt="2026-02-18T14:19:55.907" v="283" actId="20577"/>
          <ac:spMkLst>
            <pc:docMk/>
            <pc:sldMk cId="912637820" sldId="361"/>
            <ac:spMk id="7" creationId="{32DF9901-AF99-CF4F-302C-71F2FE6CFA75}"/>
          </ac:spMkLst>
        </pc:spChg>
        <pc:spChg chg="add mod">
          <ac:chgData name="You-Ri Su" userId="S::you-ri.su@tum.de::38e1b3ba-9cff-41c1-b3d0-c6516c1fd15a" providerId="AD" clId="Web-{2AC10650-BF52-5AAD-AF40-DDB610279B1C}" dt="2026-02-18T14:19:34.953" v="273" actId="1076"/>
          <ac:spMkLst>
            <pc:docMk/>
            <pc:sldMk cId="912637820" sldId="361"/>
            <ac:spMk id="8" creationId="{D6A3CD5E-C376-59B3-B461-67E33B9FBCEA}"/>
          </ac:spMkLst>
        </pc:spChg>
        <pc:picChg chg="add mod">
          <ac:chgData name="You-Ri Su" userId="S::you-ri.su@tum.de::38e1b3ba-9cff-41c1-b3d0-c6516c1fd15a" providerId="AD" clId="Web-{2AC10650-BF52-5AAD-AF40-DDB610279B1C}" dt="2026-02-18T14:19:34.953" v="272" actId="1076"/>
          <ac:picMkLst>
            <pc:docMk/>
            <pc:sldMk cId="912637820" sldId="361"/>
            <ac:picMk id="2" creationId="{9DC5C2B2-BBEF-5FC2-FED9-4351964B800C}"/>
          </ac:picMkLst>
        </pc:picChg>
        <pc:picChg chg="add mod">
          <ac:chgData name="You-Ri Su" userId="S::you-ri.su@tum.de::38e1b3ba-9cff-41c1-b3d0-c6516c1fd15a" providerId="AD" clId="Web-{2AC10650-BF52-5AAD-AF40-DDB610279B1C}" dt="2026-02-18T14:19:46.798" v="275" actId="1076"/>
          <ac:picMkLst>
            <pc:docMk/>
            <pc:sldMk cId="912637820" sldId="361"/>
            <ac:picMk id="5" creationId="{9F15D135-F2B2-6CEA-89D3-E2D91F5D2C5F}"/>
          </ac:picMkLst>
        </pc:picChg>
        <pc:picChg chg="add del mod">
          <ac:chgData name="You-Ri Su" userId="S::you-ri.su@tum.de::38e1b3ba-9cff-41c1-b3d0-c6516c1fd15a" providerId="AD" clId="Web-{2AC10650-BF52-5AAD-AF40-DDB610279B1C}" dt="2026-02-18T14:20:13.346" v="284"/>
          <ac:picMkLst>
            <pc:docMk/>
            <pc:sldMk cId="912637820" sldId="361"/>
            <ac:picMk id="9" creationId="{89EAA11E-226B-4076-9F7D-DBB0ECFE9A12}"/>
          </ac:picMkLst>
        </pc:picChg>
        <pc:picChg chg="add mod">
          <ac:chgData name="You-Ri Su" userId="S::you-ri.su@tum.de::38e1b3ba-9cff-41c1-b3d0-c6516c1fd15a" providerId="AD" clId="Web-{2AC10650-BF52-5AAD-AF40-DDB610279B1C}" dt="2026-02-18T14:21:38.693" v="287" actId="14100"/>
          <ac:picMkLst>
            <pc:docMk/>
            <pc:sldMk cId="912637820" sldId="361"/>
            <ac:picMk id="10" creationId="{BECBD784-7FBF-148F-9080-8279AB86D6B3}"/>
          </ac:picMkLst>
        </pc:picChg>
      </pc:sldChg>
      <pc:sldChg chg="modSp">
        <pc:chgData name="You-Ri Su" userId="S::you-ri.su@tum.de::38e1b3ba-9cff-41c1-b3d0-c6516c1fd15a" providerId="AD" clId="Web-{2AC10650-BF52-5AAD-AF40-DDB610279B1C}" dt="2026-02-18T14:17:04.208" v="245" actId="20577"/>
        <pc:sldMkLst>
          <pc:docMk/>
          <pc:sldMk cId="2943642046" sldId="362"/>
        </pc:sldMkLst>
        <pc:spChg chg="mod">
          <ac:chgData name="You-Ri Su" userId="S::you-ri.su@tum.de::38e1b3ba-9cff-41c1-b3d0-c6516c1fd15a" providerId="AD" clId="Web-{2AC10650-BF52-5AAD-AF40-DDB610279B1C}" dt="2026-02-18T14:17:04.208" v="245" actId="20577"/>
          <ac:spMkLst>
            <pc:docMk/>
            <pc:sldMk cId="2943642046" sldId="362"/>
            <ac:spMk id="6" creationId="{19691EA9-9E90-C2C1-A71D-84DA2994808E}"/>
          </ac:spMkLst>
        </pc:spChg>
      </pc:sldChg>
    </pc:docChg>
  </pc:docChgLst>
  <pc:docChgLst>
    <pc:chgData name="Guest User" userId="S::urn:spo:tenantanon#5d7b49e9-50d2-40dc-bab1-14a2d903542c::" providerId="AD" clId="Web-{337A2EB2-D492-EB5B-D7DF-E4857F36F285}"/>
    <pc:docChg chg="addSld delSld modSld">
      <pc:chgData name="Guest User" userId="S::urn:spo:tenantanon#5d7b49e9-50d2-40dc-bab1-14a2d903542c::" providerId="AD" clId="Web-{337A2EB2-D492-EB5B-D7DF-E4857F36F285}" dt="2026-02-18T15:31:02.242" v="893" actId="20577"/>
      <pc:docMkLst>
        <pc:docMk/>
      </pc:docMkLst>
      <pc:sldChg chg="addSp delSp modSp addAnim delAnim">
        <pc:chgData name="Guest User" userId="S::urn:spo:tenantanon#5d7b49e9-50d2-40dc-bab1-14a2d903542c::" providerId="AD" clId="Web-{337A2EB2-D492-EB5B-D7DF-E4857F36F285}" dt="2026-02-18T15:11:21.968" v="651" actId="20577"/>
        <pc:sldMkLst>
          <pc:docMk/>
          <pc:sldMk cId="85414626" sldId="356"/>
        </pc:sldMkLst>
        <pc:spChg chg="add del mod">
          <ac:chgData name="Guest User" userId="S::urn:spo:tenantanon#5d7b49e9-50d2-40dc-bab1-14a2d903542c::" providerId="AD" clId="Web-{337A2EB2-D492-EB5B-D7DF-E4857F36F285}" dt="2026-02-18T15:00:07.417" v="206"/>
          <ac:spMkLst>
            <pc:docMk/>
            <pc:sldMk cId="85414626" sldId="356"/>
            <ac:spMk id="2" creationId="{AB2011AA-610D-225E-0E3B-FE43B9C0FC6D}"/>
          </ac:spMkLst>
        </pc:spChg>
        <pc:spChg chg="add del">
          <ac:chgData name="Guest User" userId="S::urn:spo:tenantanon#5d7b49e9-50d2-40dc-bab1-14a2d903542c::" providerId="AD" clId="Web-{337A2EB2-D492-EB5B-D7DF-E4857F36F285}" dt="2026-02-18T15:00:07.417" v="209"/>
          <ac:spMkLst>
            <pc:docMk/>
            <pc:sldMk cId="85414626" sldId="356"/>
            <ac:spMk id="3" creationId="{00246884-8CAA-9805-468C-D6A469C8C6AE}"/>
          </ac:spMkLst>
        </pc:spChg>
        <pc:spChg chg="add del mod">
          <ac:chgData name="Guest User" userId="S::urn:spo:tenantanon#5d7b49e9-50d2-40dc-bab1-14a2d903542c::" providerId="AD" clId="Web-{337A2EB2-D492-EB5B-D7DF-E4857F36F285}" dt="2026-02-18T15:11:21.968" v="651" actId="20577"/>
          <ac:spMkLst>
            <pc:docMk/>
            <pc:sldMk cId="85414626" sldId="356"/>
            <ac:spMk id="6" creationId="{75CCBCBC-AD8F-740C-7AB0-DB6E3969646F}"/>
          </ac:spMkLst>
        </pc:spChg>
        <pc:spChg chg="add del mod">
          <ac:chgData name="Guest User" userId="S::urn:spo:tenantanon#5d7b49e9-50d2-40dc-bab1-14a2d903542c::" providerId="AD" clId="Web-{337A2EB2-D492-EB5B-D7DF-E4857F36F285}" dt="2026-02-18T15:00:07.417" v="205"/>
          <ac:spMkLst>
            <pc:docMk/>
            <pc:sldMk cId="85414626" sldId="356"/>
            <ac:spMk id="7" creationId="{E433218F-C950-76D5-0DA2-23DFDB0FBAF7}"/>
          </ac:spMkLst>
        </pc:spChg>
        <pc:spChg chg="mod">
          <ac:chgData name="Guest User" userId="S::urn:spo:tenantanon#5d7b49e9-50d2-40dc-bab1-14a2d903542c::" providerId="AD" clId="Web-{337A2EB2-D492-EB5B-D7DF-E4857F36F285}" dt="2026-02-18T15:01:30.217" v="239" actId="20577"/>
          <ac:spMkLst>
            <pc:docMk/>
            <pc:sldMk cId="85414626" sldId="356"/>
            <ac:spMk id="8" creationId="{A03D8555-21F4-520D-2DCF-EB6BED1B8554}"/>
          </ac:spMkLst>
        </pc:spChg>
        <pc:spChg chg="add del mod">
          <ac:chgData name="Guest User" userId="S::urn:spo:tenantanon#5d7b49e9-50d2-40dc-bab1-14a2d903542c::" providerId="AD" clId="Web-{337A2EB2-D492-EB5B-D7DF-E4857F36F285}" dt="2026-02-18T15:00:07.417" v="208"/>
          <ac:spMkLst>
            <pc:docMk/>
            <pc:sldMk cId="85414626" sldId="356"/>
            <ac:spMk id="9" creationId="{8FD157D7-EFFE-6020-1DC4-DA4872380A10}"/>
          </ac:spMkLst>
        </pc:spChg>
        <pc:spChg chg="add del mod">
          <ac:chgData name="Guest User" userId="S::urn:spo:tenantanon#5d7b49e9-50d2-40dc-bab1-14a2d903542c::" providerId="AD" clId="Web-{337A2EB2-D492-EB5B-D7DF-E4857F36F285}" dt="2026-02-18T15:00:07.417" v="207"/>
          <ac:spMkLst>
            <pc:docMk/>
            <pc:sldMk cId="85414626" sldId="356"/>
            <ac:spMk id="10" creationId="{5D78AD6E-444A-50B4-462B-25E228DF3C31}"/>
          </ac:spMkLst>
        </pc:spChg>
        <pc:spChg chg="add del mod">
          <ac:chgData name="Guest User" userId="S::urn:spo:tenantanon#5d7b49e9-50d2-40dc-bab1-14a2d903542c::" providerId="AD" clId="Web-{337A2EB2-D492-EB5B-D7DF-E4857F36F285}" dt="2026-02-18T15:00:07.417" v="204"/>
          <ac:spMkLst>
            <pc:docMk/>
            <pc:sldMk cId="85414626" sldId="356"/>
            <ac:spMk id="11" creationId="{9D46F0F7-3B61-C9CF-A254-EEB0AD8C3B68}"/>
          </ac:spMkLst>
        </pc:spChg>
        <pc:spChg chg="add del mod">
          <ac:chgData name="Guest User" userId="S::urn:spo:tenantanon#5d7b49e9-50d2-40dc-bab1-14a2d903542c::" providerId="AD" clId="Web-{337A2EB2-D492-EB5B-D7DF-E4857F36F285}" dt="2026-02-18T15:00:01.854" v="197"/>
          <ac:spMkLst>
            <pc:docMk/>
            <pc:sldMk cId="85414626" sldId="356"/>
            <ac:spMk id="15" creationId="{DDAC2CBB-579B-0572-1EB5-5E47F5458B28}"/>
          </ac:spMkLst>
        </pc:spChg>
        <pc:spChg chg="add mod">
          <ac:chgData name="Guest User" userId="S::urn:spo:tenantanon#5d7b49e9-50d2-40dc-bab1-14a2d903542c::" providerId="AD" clId="Web-{337A2EB2-D492-EB5B-D7DF-E4857F36F285}" dt="2026-02-18T15:02:49.891" v="271" actId="20577"/>
          <ac:spMkLst>
            <pc:docMk/>
            <pc:sldMk cId="85414626" sldId="356"/>
            <ac:spMk id="18" creationId="{6DBFB7BE-9CF0-6732-30B6-17355B41ABBD}"/>
          </ac:spMkLst>
        </pc:spChg>
        <pc:picChg chg="add del mod">
          <ac:chgData name="Guest User" userId="S::urn:spo:tenantanon#5d7b49e9-50d2-40dc-bab1-14a2d903542c::" providerId="AD" clId="Web-{337A2EB2-D492-EB5B-D7DF-E4857F36F285}" dt="2026-02-18T14:51:36.950" v="157"/>
          <ac:picMkLst>
            <pc:docMk/>
            <pc:sldMk cId="85414626" sldId="356"/>
            <ac:picMk id="12" creationId="{FB053CD5-F3F8-15A2-456F-E663D7E343F1}"/>
          </ac:picMkLst>
        </pc:picChg>
        <pc:picChg chg="add del mod">
          <ac:chgData name="Guest User" userId="S::urn:spo:tenantanon#5d7b49e9-50d2-40dc-bab1-14a2d903542c::" providerId="AD" clId="Web-{337A2EB2-D492-EB5B-D7DF-E4857F36F285}" dt="2026-02-18T14:52:01.329" v="159"/>
          <ac:picMkLst>
            <pc:docMk/>
            <pc:sldMk cId="85414626" sldId="356"/>
            <ac:picMk id="13" creationId="{ECCC1E00-226B-F443-67D7-8420B6753557}"/>
          </ac:picMkLst>
        </pc:picChg>
        <pc:picChg chg="add mod">
          <ac:chgData name="Guest User" userId="S::urn:spo:tenantanon#5d7b49e9-50d2-40dc-bab1-14a2d903542c::" providerId="AD" clId="Web-{337A2EB2-D492-EB5B-D7DF-E4857F36F285}" dt="2026-02-18T15:03:22.048" v="293" actId="1076"/>
          <ac:picMkLst>
            <pc:docMk/>
            <pc:sldMk cId="85414626" sldId="356"/>
            <ac:picMk id="16" creationId="{7CC4B426-0F56-BED6-1525-EE8B4AE239C8}"/>
          </ac:picMkLst>
        </pc:picChg>
      </pc:sldChg>
      <pc:sldChg chg="modSp">
        <pc:chgData name="Guest User" userId="S::urn:spo:tenantanon#5d7b49e9-50d2-40dc-bab1-14a2d903542c::" providerId="AD" clId="Web-{337A2EB2-D492-EB5B-D7DF-E4857F36F285}" dt="2026-02-18T15:12:58.867" v="662" actId="20577"/>
        <pc:sldMkLst>
          <pc:docMk/>
          <pc:sldMk cId="1394746260" sldId="359"/>
        </pc:sldMkLst>
        <pc:spChg chg="mod">
          <ac:chgData name="Guest User" userId="S::urn:spo:tenantanon#5d7b49e9-50d2-40dc-bab1-14a2d903542c::" providerId="AD" clId="Web-{337A2EB2-D492-EB5B-D7DF-E4857F36F285}" dt="2026-02-18T15:06:00.178" v="312" actId="20577"/>
          <ac:spMkLst>
            <pc:docMk/>
            <pc:sldMk cId="1394746260" sldId="359"/>
            <ac:spMk id="5" creationId="{7E1B7F41-DBC5-C5D3-1EF1-86573CC5E41F}"/>
          </ac:spMkLst>
        </pc:spChg>
        <pc:spChg chg="mod">
          <ac:chgData name="Guest User" userId="S::urn:spo:tenantanon#5d7b49e9-50d2-40dc-bab1-14a2d903542c::" providerId="AD" clId="Web-{337A2EB2-D492-EB5B-D7DF-E4857F36F285}" dt="2026-02-18T15:12:58.867" v="662" actId="20577"/>
          <ac:spMkLst>
            <pc:docMk/>
            <pc:sldMk cId="1394746260" sldId="359"/>
            <ac:spMk id="6" creationId="{F436F155-773D-4DCB-B8B5-F0E81DD8CD69}"/>
          </ac:spMkLst>
        </pc:spChg>
      </pc:sldChg>
      <pc:sldChg chg="del">
        <pc:chgData name="Guest User" userId="S::urn:spo:tenantanon#5d7b49e9-50d2-40dc-bab1-14a2d903542c::" providerId="AD" clId="Web-{337A2EB2-D492-EB5B-D7DF-E4857F36F285}" dt="2026-02-18T14:49:37.229" v="155"/>
        <pc:sldMkLst>
          <pc:docMk/>
          <pc:sldMk cId="2943642046" sldId="362"/>
        </pc:sldMkLst>
      </pc:sldChg>
      <pc:sldChg chg="modSp">
        <pc:chgData name="Guest User" userId="S::urn:spo:tenantanon#5d7b49e9-50d2-40dc-bab1-14a2d903542c::" providerId="AD" clId="Web-{337A2EB2-D492-EB5B-D7DF-E4857F36F285}" dt="2026-02-18T15:16:35.661" v="685" actId="20577"/>
        <pc:sldMkLst>
          <pc:docMk/>
          <pc:sldMk cId="2217813901" sldId="363"/>
        </pc:sldMkLst>
        <pc:spChg chg="mod">
          <ac:chgData name="Guest User" userId="S::urn:spo:tenantanon#5d7b49e9-50d2-40dc-bab1-14a2d903542c::" providerId="AD" clId="Web-{337A2EB2-D492-EB5B-D7DF-E4857F36F285}" dt="2026-02-18T15:13:10.930" v="663" actId="20577"/>
          <ac:spMkLst>
            <pc:docMk/>
            <pc:sldMk cId="2217813901" sldId="363"/>
            <ac:spMk id="5" creationId="{B619BCF2-5729-1E1B-1937-30F5CFF9AB37}"/>
          </ac:spMkLst>
        </pc:spChg>
        <pc:spChg chg="mod">
          <ac:chgData name="Guest User" userId="S::urn:spo:tenantanon#5d7b49e9-50d2-40dc-bab1-14a2d903542c::" providerId="AD" clId="Web-{337A2EB2-D492-EB5B-D7DF-E4857F36F285}" dt="2026-02-18T15:16:35.661" v="685" actId="20577"/>
          <ac:spMkLst>
            <pc:docMk/>
            <pc:sldMk cId="2217813901" sldId="363"/>
            <ac:spMk id="6" creationId="{F2788C11-C65C-EE86-C69F-64EF9E8727E9}"/>
          </ac:spMkLst>
        </pc:spChg>
      </pc:sldChg>
      <pc:sldChg chg="modSp add mod replId modShow">
        <pc:chgData name="Guest User" userId="S::urn:spo:tenantanon#5d7b49e9-50d2-40dc-bab1-14a2d903542c::" providerId="AD" clId="Web-{337A2EB2-D492-EB5B-D7DF-E4857F36F285}" dt="2026-02-18T15:28:09.430" v="686"/>
        <pc:sldMkLst>
          <pc:docMk/>
          <pc:sldMk cId="720239040" sldId="364"/>
        </pc:sldMkLst>
        <pc:spChg chg="mod">
          <ac:chgData name="Guest User" userId="S::urn:spo:tenantanon#5d7b49e9-50d2-40dc-bab1-14a2d903542c::" providerId="AD" clId="Web-{337A2EB2-D492-EB5B-D7DF-E4857F36F285}" dt="2026-02-18T15:06:10.397" v="321" actId="20577"/>
          <ac:spMkLst>
            <pc:docMk/>
            <pc:sldMk cId="720239040" sldId="364"/>
            <ac:spMk id="5" creationId="{A0480CF8-C80C-87BD-A121-B704B1B3A17A}"/>
          </ac:spMkLst>
        </pc:spChg>
        <pc:spChg chg="mod">
          <ac:chgData name="Guest User" userId="S::urn:spo:tenantanon#5d7b49e9-50d2-40dc-bab1-14a2d903542c::" providerId="AD" clId="Web-{337A2EB2-D492-EB5B-D7DF-E4857F36F285}" dt="2026-02-18T15:13:41.542" v="667" actId="20577"/>
          <ac:spMkLst>
            <pc:docMk/>
            <pc:sldMk cId="720239040" sldId="364"/>
            <ac:spMk id="6" creationId="{7C8CC357-376B-23E8-CB9D-F7E7A4F5C484}"/>
          </ac:spMkLst>
        </pc:spChg>
      </pc:sldChg>
      <pc:sldChg chg="modSp add replId">
        <pc:chgData name="Guest User" userId="S::urn:spo:tenantanon#5d7b49e9-50d2-40dc-bab1-14a2d903542c::" providerId="AD" clId="Web-{337A2EB2-D492-EB5B-D7DF-E4857F36F285}" dt="2026-02-18T15:31:02.242" v="893" actId="20577"/>
        <pc:sldMkLst>
          <pc:docMk/>
          <pc:sldMk cId="1065850566" sldId="365"/>
        </pc:sldMkLst>
        <pc:spChg chg="mod">
          <ac:chgData name="Guest User" userId="S::urn:spo:tenantanon#5d7b49e9-50d2-40dc-bab1-14a2d903542c::" providerId="AD" clId="Web-{337A2EB2-D492-EB5B-D7DF-E4857F36F285}" dt="2026-02-18T15:28:24.385" v="714" actId="20577"/>
          <ac:spMkLst>
            <pc:docMk/>
            <pc:sldMk cId="1065850566" sldId="365"/>
            <ac:spMk id="5" creationId="{DAAC50DE-67FB-15B7-496B-FC22901E0B2A}"/>
          </ac:spMkLst>
        </pc:spChg>
        <pc:spChg chg="mod">
          <ac:chgData name="Guest User" userId="S::urn:spo:tenantanon#5d7b49e9-50d2-40dc-bab1-14a2d903542c::" providerId="AD" clId="Web-{337A2EB2-D492-EB5B-D7DF-E4857F36F285}" dt="2026-02-18T15:31:02.242" v="893" actId="20577"/>
          <ac:spMkLst>
            <pc:docMk/>
            <pc:sldMk cId="1065850566" sldId="365"/>
            <ac:spMk id="6" creationId="{9F993AAA-1DDD-A3F3-09FD-7A7F6A6D9A6D}"/>
          </ac:spMkLst>
        </pc:spChg>
      </pc:sldChg>
    </pc:docChg>
  </pc:docChgLst>
  <pc:docChgLst>
    <pc:chgData name="Guest User" userId="S::urn:spo:tenantanon#5d7b49e9-50d2-40dc-bab1-14a2d903542c::" providerId="AD" clId="Web-{E319C94E-119F-4A92-DF61-4927644DB7B7}"/>
    <pc:docChg chg="modSld">
      <pc:chgData name="Guest User" userId="S::urn:spo:tenantanon#5d7b49e9-50d2-40dc-bab1-14a2d903542c::" providerId="AD" clId="Web-{E319C94E-119F-4A92-DF61-4927644DB7B7}" dt="2026-02-18T17:17:16.260" v="56" actId="20577"/>
      <pc:docMkLst>
        <pc:docMk/>
      </pc:docMkLst>
      <pc:sldChg chg="modSp">
        <pc:chgData name="Guest User" userId="S::urn:spo:tenantanon#5d7b49e9-50d2-40dc-bab1-14a2d903542c::" providerId="AD" clId="Web-{E319C94E-119F-4A92-DF61-4927644DB7B7}" dt="2026-02-18T15:34:10.128" v="29" actId="20577"/>
        <pc:sldMkLst>
          <pc:docMk/>
          <pc:sldMk cId="85414626" sldId="356"/>
        </pc:sldMkLst>
        <pc:spChg chg="mod">
          <ac:chgData name="Guest User" userId="S::urn:spo:tenantanon#5d7b49e9-50d2-40dc-bab1-14a2d903542c::" providerId="AD" clId="Web-{E319C94E-119F-4A92-DF61-4927644DB7B7}" dt="2026-02-18T15:34:08.596" v="28" actId="20577"/>
          <ac:spMkLst>
            <pc:docMk/>
            <pc:sldMk cId="85414626" sldId="356"/>
            <ac:spMk id="6" creationId="{75CCBCBC-AD8F-740C-7AB0-DB6E3969646F}"/>
          </ac:spMkLst>
        </pc:spChg>
        <pc:spChg chg="mod">
          <ac:chgData name="Guest User" userId="S::urn:spo:tenantanon#5d7b49e9-50d2-40dc-bab1-14a2d903542c::" providerId="AD" clId="Web-{E319C94E-119F-4A92-DF61-4927644DB7B7}" dt="2026-02-18T15:34:10.128" v="29" actId="20577"/>
          <ac:spMkLst>
            <pc:docMk/>
            <pc:sldMk cId="85414626" sldId="356"/>
            <ac:spMk id="18" creationId="{6DBFB7BE-9CF0-6732-30B6-17355B41ABBD}"/>
          </ac:spMkLst>
        </pc:spChg>
      </pc:sldChg>
      <pc:sldChg chg="addSp delSp modSp">
        <pc:chgData name="Guest User" userId="S::urn:spo:tenantanon#5d7b49e9-50d2-40dc-bab1-14a2d903542c::" providerId="AD" clId="Web-{E319C94E-119F-4A92-DF61-4927644DB7B7}" dt="2026-02-18T17:16:39.509" v="49"/>
        <pc:sldMkLst>
          <pc:docMk/>
          <pc:sldMk cId="4036007119" sldId="357"/>
        </pc:sldMkLst>
        <pc:spChg chg="del mod">
          <ac:chgData name="Guest User" userId="S::urn:spo:tenantanon#5d7b49e9-50d2-40dc-bab1-14a2d903542c::" providerId="AD" clId="Web-{E319C94E-119F-4A92-DF61-4927644DB7B7}" dt="2026-02-18T17:15:29.367" v="40"/>
          <ac:spMkLst>
            <pc:docMk/>
            <pc:sldMk cId="4036007119" sldId="357"/>
            <ac:spMk id="7" creationId="{7741CC58-F2F9-7F25-1DA2-4F8A2C7C010B}"/>
          </ac:spMkLst>
        </pc:spChg>
        <pc:spChg chg="add del mod">
          <ac:chgData name="Guest User" userId="S::urn:spo:tenantanon#5d7b49e9-50d2-40dc-bab1-14a2d903542c::" providerId="AD" clId="Web-{E319C94E-119F-4A92-DF61-4927644DB7B7}" dt="2026-02-18T17:15:09.350" v="33"/>
          <ac:spMkLst>
            <pc:docMk/>
            <pc:sldMk cId="4036007119" sldId="357"/>
            <ac:spMk id="9" creationId="{4BA5C1BC-F09B-3A3E-F438-05EE1A5F5B2B}"/>
          </ac:spMkLst>
        </pc:spChg>
        <pc:spChg chg="add del mod">
          <ac:chgData name="Guest User" userId="S::urn:spo:tenantanon#5d7b49e9-50d2-40dc-bab1-14a2d903542c::" providerId="AD" clId="Web-{E319C94E-119F-4A92-DF61-4927644DB7B7}" dt="2026-02-18T17:15:33.132" v="42"/>
          <ac:spMkLst>
            <pc:docMk/>
            <pc:sldMk cId="4036007119" sldId="357"/>
            <ac:spMk id="11" creationId="{E4B55C53-926C-A4FC-8F11-8B65431C105D}"/>
          </ac:spMkLst>
        </pc:spChg>
        <pc:picChg chg="del">
          <ac:chgData name="Guest User" userId="S::urn:spo:tenantanon#5d7b49e9-50d2-40dc-bab1-14a2d903542c::" providerId="AD" clId="Web-{E319C94E-119F-4A92-DF61-4927644DB7B7}" dt="2026-02-18T17:15:06.553" v="32"/>
          <ac:picMkLst>
            <pc:docMk/>
            <pc:sldMk cId="4036007119" sldId="357"/>
            <ac:picMk id="2" creationId="{0C92CA7D-2D3D-B5E2-4B73-C5B93D160A2F}"/>
          </ac:picMkLst>
        </pc:picChg>
        <pc:picChg chg="add mod">
          <ac:chgData name="Guest User" userId="S::urn:spo:tenantanon#5d7b49e9-50d2-40dc-bab1-14a2d903542c::" providerId="AD" clId="Web-{E319C94E-119F-4A92-DF61-4927644DB7B7}" dt="2026-02-18T17:16:39.509" v="49"/>
          <ac:picMkLst>
            <pc:docMk/>
            <pc:sldMk cId="4036007119" sldId="357"/>
            <ac:picMk id="3" creationId="{914F34FA-37DB-05B3-1D93-B064139FF017}"/>
          </ac:picMkLst>
        </pc:picChg>
      </pc:sldChg>
      <pc:sldChg chg="modSp">
        <pc:chgData name="Guest User" userId="S::urn:spo:tenantanon#5d7b49e9-50d2-40dc-bab1-14a2d903542c::" providerId="AD" clId="Web-{E319C94E-119F-4A92-DF61-4927644DB7B7}" dt="2026-02-18T15:34:00.627" v="27" actId="20577"/>
        <pc:sldMkLst>
          <pc:docMk/>
          <pc:sldMk cId="1394746260" sldId="359"/>
        </pc:sldMkLst>
        <pc:spChg chg="mod">
          <ac:chgData name="Guest User" userId="S::urn:spo:tenantanon#5d7b49e9-50d2-40dc-bab1-14a2d903542c::" providerId="AD" clId="Web-{E319C94E-119F-4A92-DF61-4927644DB7B7}" dt="2026-02-18T15:34:00.627" v="27" actId="20577"/>
          <ac:spMkLst>
            <pc:docMk/>
            <pc:sldMk cId="1394746260" sldId="359"/>
            <ac:spMk id="6" creationId="{F436F155-773D-4DCB-B8B5-F0E81DD8CD69}"/>
          </ac:spMkLst>
        </pc:spChg>
      </pc:sldChg>
      <pc:sldChg chg="modSp">
        <pc:chgData name="Guest User" userId="S::urn:spo:tenantanon#5d7b49e9-50d2-40dc-bab1-14a2d903542c::" providerId="AD" clId="Web-{E319C94E-119F-4A92-DF61-4927644DB7B7}" dt="2026-02-18T17:17:16.260" v="56" actId="20577"/>
        <pc:sldMkLst>
          <pc:docMk/>
          <pc:sldMk cId="2217813901" sldId="363"/>
        </pc:sldMkLst>
        <pc:spChg chg="mod">
          <ac:chgData name="Guest User" userId="S::urn:spo:tenantanon#5d7b49e9-50d2-40dc-bab1-14a2d903542c::" providerId="AD" clId="Web-{E319C94E-119F-4A92-DF61-4927644DB7B7}" dt="2026-02-18T17:17:16.260" v="56" actId="20577"/>
          <ac:spMkLst>
            <pc:docMk/>
            <pc:sldMk cId="2217813901" sldId="363"/>
            <ac:spMk id="6" creationId="{F2788C11-C65C-EE86-C69F-64EF9E8727E9}"/>
          </ac:spMkLst>
        </pc:spChg>
      </pc:sldChg>
      <pc:sldChg chg="modSp">
        <pc:chgData name="Guest User" userId="S::urn:spo:tenantanon#5d7b49e9-50d2-40dc-bab1-14a2d903542c::" providerId="AD" clId="Web-{E319C94E-119F-4A92-DF61-4927644DB7B7}" dt="2026-02-18T15:33:21.939" v="16" actId="20577"/>
        <pc:sldMkLst>
          <pc:docMk/>
          <pc:sldMk cId="1065850566" sldId="365"/>
        </pc:sldMkLst>
        <pc:spChg chg="mod">
          <ac:chgData name="Guest User" userId="S::urn:spo:tenantanon#5d7b49e9-50d2-40dc-bab1-14a2d903542c::" providerId="AD" clId="Web-{E319C94E-119F-4A92-DF61-4927644DB7B7}" dt="2026-02-18T15:33:21.939" v="16" actId="20577"/>
          <ac:spMkLst>
            <pc:docMk/>
            <pc:sldMk cId="1065850566" sldId="365"/>
            <ac:spMk id="6" creationId="{9F993AAA-1DDD-A3F3-09FD-7A7F6A6D9A6D}"/>
          </ac:spMkLst>
        </pc:spChg>
      </pc:sldChg>
    </pc:docChg>
  </pc:docChgLst>
  <pc:docChgLst>
    <pc:chgData name="Guest User" userId="S::urn:spo:tenantanon#5d7b49e9-50d2-40dc-bab1-14a2d903542c::" providerId="AD" clId="Web-{7980E185-588C-B1E7-A66D-7BB05E1366CD}"/>
    <pc:docChg chg="modSld">
      <pc:chgData name="Guest User" userId="S::urn:spo:tenantanon#5d7b49e9-50d2-40dc-bab1-14a2d903542c::" providerId="AD" clId="Web-{7980E185-588C-B1E7-A66D-7BB05E1366CD}" dt="2026-02-19T10:18:13.054" v="3" actId="1076"/>
      <pc:docMkLst>
        <pc:docMk/>
      </pc:docMkLst>
      <pc:sldChg chg="modSp">
        <pc:chgData name="Guest User" userId="S::urn:spo:tenantanon#5d7b49e9-50d2-40dc-bab1-14a2d903542c::" providerId="AD" clId="Web-{7980E185-588C-B1E7-A66D-7BB05E1366CD}" dt="2026-02-19T10:18:13.054" v="3" actId="1076"/>
        <pc:sldMkLst>
          <pc:docMk/>
          <pc:sldMk cId="2918215793" sldId="358"/>
        </pc:sldMkLst>
        <pc:picChg chg="mod">
          <ac:chgData name="Guest User" userId="S::urn:spo:tenantanon#5d7b49e9-50d2-40dc-bab1-14a2d903542c::" providerId="AD" clId="Web-{7980E185-588C-B1E7-A66D-7BB05E1366CD}" dt="2026-02-19T10:18:13.054" v="3" actId="1076"/>
          <ac:picMkLst>
            <pc:docMk/>
            <pc:sldMk cId="2918215793" sldId="358"/>
            <ac:picMk id="2" creationId="{5186044F-1F08-2913-D7A7-C07B10DBA1AB}"/>
          </ac:picMkLst>
        </pc:picChg>
      </pc:sldChg>
    </pc:docChg>
  </pc:docChgLst>
  <pc:docChgLst>
    <pc:chgData name="게스트 사용자" userId="S::urn:spo:tenantanon#5d7b49e9-50d2-40dc-bab1-14a2d903542c::" providerId="AD" clId="Web-{303DBEF8-7A0D-1181-0B47-155BA727DB8F}"/>
    <pc:docChg chg="modSld">
      <pc:chgData name="게스트 사용자" userId="S::urn:spo:tenantanon#5d7b49e9-50d2-40dc-bab1-14a2d903542c::" providerId="AD" clId="Web-{303DBEF8-7A0D-1181-0B47-155BA727DB8F}" dt="2026-02-16T20:36:53.481" v="2" actId="20577"/>
      <pc:docMkLst>
        <pc:docMk/>
      </pc:docMkLst>
      <pc:sldChg chg="addSp delSp modSp">
        <pc:chgData name="게스트 사용자" userId="S::urn:spo:tenantanon#5d7b49e9-50d2-40dc-bab1-14a2d903542c::" providerId="AD" clId="Web-{303DBEF8-7A0D-1181-0B47-155BA727DB8F}" dt="2026-02-16T20:36:53.481" v="2" actId="20577"/>
        <pc:sldMkLst>
          <pc:docMk/>
          <pc:sldMk cId="4036007119" sldId="357"/>
        </pc:sldMkLst>
      </pc:sldChg>
    </pc:docChg>
  </pc:docChgLst>
  <pc:docChgLst>
    <pc:chgData name="Guest User" userId="S::urn:spo:tenantanon#5d7b49e9-50d2-40dc-bab1-14a2d903542c::" providerId="AD" clId="Web-{68E174D4-7008-77CE-8C5B-67F5E54781E8}"/>
    <pc:docChg chg="addSld modSld sldOrd">
      <pc:chgData name="Guest User" userId="S::urn:spo:tenantanon#5d7b49e9-50d2-40dc-bab1-14a2d903542c::" providerId="AD" clId="Web-{68E174D4-7008-77CE-8C5B-67F5E54781E8}" dt="2026-02-19T13:31:05.613" v="102" actId="1076"/>
      <pc:docMkLst>
        <pc:docMk/>
      </pc:docMkLst>
      <pc:sldChg chg="addSp delSp modSp add ord replId">
        <pc:chgData name="Guest User" userId="S::urn:spo:tenantanon#5d7b49e9-50d2-40dc-bab1-14a2d903542c::" providerId="AD" clId="Web-{68E174D4-7008-77CE-8C5B-67F5E54781E8}" dt="2026-02-19T13:31:05.613" v="102" actId="1076"/>
        <pc:sldMkLst>
          <pc:docMk/>
          <pc:sldMk cId="2743424375" sldId="374"/>
        </pc:sldMkLst>
        <pc:spChg chg="del mod">
          <ac:chgData name="Guest User" userId="S::urn:spo:tenantanon#5d7b49e9-50d2-40dc-bab1-14a2d903542c::" providerId="AD" clId="Web-{68E174D4-7008-77CE-8C5B-67F5E54781E8}" dt="2026-02-19T13:23:30.910" v="9"/>
          <ac:spMkLst>
            <pc:docMk/>
            <pc:sldMk cId="2743424375" sldId="374"/>
            <ac:spMk id="5" creationId="{F969BBA3-3EE4-B450-F7A6-1FC561CA4FEF}"/>
          </ac:spMkLst>
        </pc:spChg>
        <pc:spChg chg="mod">
          <ac:chgData name="Guest User" userId="S::urn:spo:tenantanon#5d7b49e9-50d2-40dc-bab1-14a2d903542c::" providerId="AD" clId="Web-{68E174D4-7008-77CE-8C5B-67F5E54781E8}" dt="2026-02-19T13:23:15.442" v="5" actId="20577"/>
          <ac:spMkLst>
            <pc:docMk/>
            <pc:sldMk cId="2743424375" sldId="374"/>
            <ac:spMk id="6" creationId="{3A0BC1BC-A3A5-23CA-C0E4-CC54DA7C171F}"/>
          </ac:spMkLst>
        </pc:spChg>
        <pc:spChg chg="add mod">
          <ac:chgData name="Guest User" userId="S::urn:spo:tenantanon#5d7b49e9-50d2-40dc-bab1-14a2d903542c::" providerId="AD" clId="Web-{68E174D4-7008-77CE-8C5B-67F5E54781E8}" dt="2026-02-19T13:31:05.566" v="100" actId="1076"/>
          <ac:spMkLst>
            <pc:docMk/>
            <pc:sldMk cId="2743424375" sldId="374"/>
            <ac:spMk id="9" creationId="{6E700080-9E03-0423-568A-59599484B8F4}"/>
          </ac:spMkLst>
        </pc:spChg>
        <pc:picChg chg="del">
          <ac:chgData name="Guest User" userId="S::urn:spo:tenantanon#5d7b49e9-50d2-40dc-bab1-14a2d903542c::" providerId="AD" clId="Web-{68E174D4-7008-77CE-8C5B-67F5E54781E8}" dt="2026-02-19T13:23:17.020" v="6"/>
          <ac:picMkLst>
            <pc:docMk/>
            <pc:sldMk cId="2743424375" sldId="374"/>
            <ac:picMk id="2" creationId="{EF9FB306-2431-66B9-A15B-5C7D6A53A2DB}"/>
          </ac:picMkLst>
        </pc:picChg>
        <pc:picChg chg="add del mod">
          <ac:chgData name="Guest User" userId="S::urn:spo:tenantanon#5d7b49e9-50d2-40dc-bab1-14a2d903542c::" providerId="AD" clId="Web-{68E174D4-7008-77CE-8C5B-67F5E54781E8}" dt="2026-02-19T13:26:27.912" v="69"/>
          <ac:picMkLst>
            <pc:docMk/>
            <pc:sldMk cId="2743424375" sldId="374"/>
            <ac:picMk id="4" creationId="{97C2B797-EDD6-396E-98A6-55F3269ADE9F}"/>
          </ac:picMkLst>
        </pc:picChg>
        <pc:picChg chg="add del mod">
          <ac:chgData name="Guest User" userId="S::urn:spo:tenantanon#5d7b49e9-50d2-40dc-bab1-14a2d903542c::" providerId="AD" clId="Web-{68E174D4-7008-77CE-8C5B-67F5E54781E8}" dt="2026-02-19T13:26:10.443" v="66"/>
          <ac:picMkLst>
            <pc:docMk/>
            <pc:sldMk cId="2743424375" sldId="374"/>
            <ac:picMk id="7" creationId="{190F658A-F40A-7A3B-DA48-B2E3796CD276}"/>
          </ac:picMkLst>
        </pc:picChg>
        <pc:picChg chg="add mod">
          <ac:chgData name="Guest User" userId="S::urn:spo:tenantanon#5d7b49e9-50d2-40dc-bab1-14a2d903542c::" providerId="AD" clId="Web-{68E174D4-7008-77CE-8C5B-67F5E54781E8}" dt="2026-02-19T13:31:05.566" v="99" actId="1076"/>
          <ac:picMkLst>
            <pc:docMk/>
            <pc:sldMk cId="2743424375" sldId="374"/>
            <ac:picMk id="8" creationId="{080332DE-3FB6-F143-2C73-F7FA74AEB69E}"/>
          </ac:picMkLst>
        </pc:picChg>
        <pc:picChg chg="add mod">
          <ac:chgData name="Guest User" userId="S::urn:spo:tenantanon#5d7b49e9-50d2-40dc-bab1-14a2d903542c::" providerId="AD" clId="Web-{68E174D4-7008-77CE-8C5B-67F5E54781E8}" dt="2026-02-19T13:31:05.582" v="101" actId="1076"/>
          <ac:picMkLst>
            <pc:docMk/>
            <pc:sldMk cId="2743424375" sldId="374"/>
            <ac:picMk id="10" creationId="{AAA75768-5346-A81F-CFE9-8C3300BB86A0}"/>
          </ac:picMkLst>
        </pc:picChg>
        <pc:picChg chg="add mod">
          <ac:chgData name="Guest User" userId="S::urn:spo:tenantanon#5d7b49e9-50d2-40dc-bab1-14a2d903542c::" providerId="AD" clId="Web-{68E174D4-7008-77CE-8C5B-67F5E54781E8}" dt="2026-02-19T13:31:05.613" v="102" actId="1076"/>
          <ac:picMkLst>
            <pc:docMk/>
            <pc:sldMk cId="2743424375" sldId="374"/>
            <ac:picMk id="11" creationId="{7A949C03-4094-62AB-EA79-4137EA2B9F42}"/>
          </ac:picMkLst>
        </pc:picChg>
      </pc:sldChg>
    </pc:docChg>
  </pc:docChgLst>
  <pc:docChgLst>
    <pc:chgData name="Guest User" userId="S::urn:spo:tenantanon#5d7b49e9-50d2-40dc-bab1-14a2d903542c::" providerId="AD" clId="Web-{B5E3A488-4570-E6FF-027B-5B39C48C6C0B}"/>
    <pc:docChg chg="modSld">
      <pc:chgData name="Guest User" userId="S::urn:spo:tenantanon#5d7b49e9-50d2-40dc-bab1-14a2d903542c::" providerId="AD" clId="Web-{B5E3A488-4570-E6FF-027B-5B39C48C6C0B}" dt="2026-02-19T13:44:00.196" v="271" actId="20577"/>
      <pc:docMkLst>
        <pc:docMk/>
      </pc:docMkLst>
      <pc:sldChg chg="modSp">
        <pc:chgData name="Guest User" userId="S::urn:spo:tenantanon#5d7b49e9-50d2-40dc-bab1-14a2d903542c::" providerId="AD" clId="Web-{B5E3A488-4570-E6FF-027B-5B39C48C6C0B}" dt="2026-02-19T13:44:00.196" v="271" actId="20577"/>
        <pc:sldMkLst>
          <pc:docMk/>
          <pc:sldMk cId="2217813901" sldId="363"/>
        </pc:sldMkLst>
        <pc:spChg chg="mod">
          <ac:chgData name="Guest User" userId="S::urn:spo:tenantanon#5d7b49e9-50d2-40dc-bab1-14a2d903542c::" providerId="AD" clId="Web-{B5E3A488-4570-E6FF-027B-5B39C48C6C0B}" dt="2026-02-19T13:44:00.196" v="271" actId="20577"/>
          <ac:spMkLst>
            <pc:docMk/>
            <pc:sldMk cId="2217813901" sldId="363"/>
            <ac:spMk id="6" creationId="{F2788C11-C65C-EE86-C69F-64EF9E8727E9}"/>
          </ac:spMkLst>
        </pc:spChg>
      </pc:sldChg>
    </pc:docChg>
  </pc:docChgLst>
  <pc:docChgLst>
    <pc:chgData name="Guest User" userId="S::urn:spo:tenantanon#5d7b49e9-50d2-40dc-bab1-14a2d903542c::" providerId="AD" clId="Web-{41AA9217-6806-9926-C0C7-F8DEAF558D87}"/>
    <pc:docChg chg="modSld">
      <pc:chgData name="Guest User" userId="S::urn:spo:tenantanon#5d7b49e9-50d2-40dc-bab1-14a2d903542c::" providerId="AD" clId="Web-{41AA9217-6806-9926-C0C7-F8DEAF558D87}" dt="2026-02-19T10:35:17.662" v="1" actId="1076"/>
      <pc:docMkLst>
        <pc:docMk/>
      </pc:docMkLst>
      <pc:sldChg chg="modSp">
        <pc:chgData name="Guest User" userId="S::urn:spo:tenantanon#5d7b49e9-50d2-40dc-bab1-14a2d903542c::" providerId="AD" clId="Web-{41AA9217-6806-9926-C0C7-F8DEAF558D87}" dt="2026-02-19T10:35:17.662" v="1" actId="1076"/>
        <pc:sldMkLst>
          <pc:docMk/>
          <pc:sldMk cId="2918215793" sldId="358"/>
        </pc:sldMkLst>
        <pc:picChg chg="mod">
          <ac:chgData name="Guest User" userId="S::urn:spo:tenantanon#5d7b49e9-50d2-40dc-bab1-14a2d903542c::" providerId="AD" clId="Web-{41AA9217-6806-9926-C0C7-F8DEAF558D87}" dt="2026-02-19T10:35:17.662" v="1" actId="1076"/>
          <ac:picMkLst>
            <pc:docMk/>
            <pc:sldMk cId="2918215793" sldId="358"/>
            <ac:picMk id="2" creationId="{5186044F-1F08-2913-D7A7-C07B10DBA1AB}"/>
          </ac:picMkLst>
        </pc:picChg>
      </pc:sldChg>
    </pc:docChg>
  </pc:docChgLst>
  <pc:docChgLst>
    <pc:chgData name="Guest User" userId="S::urn:spo:tenantanon#5d7b49e9-50d2-40dc-bab1-14a2d903542c::" providerId="AD" clId="Web-{B3EB8F5A-F109-1C5C-E2E7-92D5BC470C05}"/>
    <pc:docChg chg="addSld delSld modSld sldOrd">
      <pc:chgData name="Guest User" userId="S::urn:spo:tenantanon#5d7b49e9-50d2-40dc-bab1-14a2d903542c::" providerId="AD" clId="Web-{B3EB8F5A-F109-1C5C-E2E7-92D5BC470C05}" dt="2026-02-18T14:12:30.584" v="2496" actId="20577"/>
      <pc:docMkLst>
        <pc:docMk/>
      </pc:docMkLst>
      <pc:sldChg chg="addSp delSp modSp">
        <pc:chgData name="Guest User" userId="S::urn:spo:tenantanon#5d7b49e9-50d2-40dc-bab1-14a2d903542c::" providerId="AD" clId="Web-{B3EB8F5A-F109-1C5C-E2E7-92D5BC470C05}" dt="2026-02-18T13:33:04.095" v="1588" actId="20577"/>
        <pc:sldMkLst>
          <pc:docMk/>
          <pc:sldMk cId="85414626" sldId="356"/>
        </pc:sldMkLst>
        <pc:spChg chg="add del">
          <ac:chgData name="Guest User" userId="S::urn:spo:tenantanon#5d7b49e9-50d2-40dc-bab1-14a2d903542c::" providerId="AD" clId="Web-{B3EB8F5A-F109-1C5C-E2E7-92D5BC470C05}" dt="2026-02-18T13:28:24.282" v="1397"/>
          <ac:spMkLst>
            <pc:docMk/>
            <pc:sldMk cId="85414626" sldId="356"/>
            <ac:spMk id="2" creationId="{D131917E-5745-81DA-4592-0517E6ACAAD2}"/>
          </ac:spMkLst>
        </pc:spChg>
        <pc:spChg chg="add mod">
          <ac:chgData name="Guest User" userId="S::urn:spo:tenantanon#5d7b49e9-50d2-40dc-bab1-14a2d903542c::" providerId="AD" clId="Web-{B3EB8F5A-F109-1C5C-E2E7-92D5BC470C05}" dt="2026-02-18T13:29:11.940" v="1470" actId="20577"/>
          <ac:spMkLst>
            <pc:docMk/>
            <pc:sldMk cId="85414626" sldId="356"/>
            <ac:spMk id="3" creationId="{00246884-8CAA-9805-468C-D6A469C8C6AE}"/>
          </ac:spMkLst>
        </pc:spChg>
        <pc:spChg chg="mod">
          <ac:chgData name="Guest User" userId="S::urn:spo:tenantanon#5d7b49e9-50d2-40dc-bab1-14a2d903542c::" providerId="AD" clId="Web-{B3EB8F5A-F109-1C5C-E2E7-92D5BC470C05}" dt="2026-02-18T13:27:52.359" v="1393" actId="20577"/>
          <ac:spMkLst>
            <pc:docMk/>
            <pc:sldMk cId="85414626" sldId="356"/>
            <ac:spMk id="6" creationId="{75CCBCBC-AD8F-740C-7AB0-DB6E3969646F}"/>
          </ac:spMkLst>
        </pc:spChg>
        <pc:spChg chg="del">
          <ac:chgData name="Guest User" userId="S::urn:spo:tenantanon#5d7b49e9-50d2-40dc-bab1-14a2d903542c::" providerId="AD" clId="Web-{B3EB8F5A-F109-1C5C-E2E7-92D5BC470C05}" dt="2026-02-18T12:37:55.756" v="1"/>
          <ac:spMkLst>
            <pc:docMk/>
            <pc:sldMk cId="85414626" sldId="356"/>
            <ac:spMk id="7" creationId="{595074D5-F8A8-A53E-3ADD-63E71FAEC201}"/>
          </ac:spMkLst>
        </pc:spChg>
        <pc:spChg chg="mod">
          <ac:chgData name="Guest User" userId="S::urn:spo:tenantanon#5d7b49e9-50d2-40dc-bab1-14a2d903542c::" providerId="AD" clId="Web-{B3EB8F5A-F109-1C5C-E2E7-92D5BC470C05}" dt="2026-02-18T13:26:52.185" v="1371" actId="20577"/>
          <ac:spMkLst>
            <pc:docMk/>
            <pc:sldMk cId="85414626" sldId="356"/>
            <ac:spMk id="8" creationId="{A03D8555-21F4-520D-2DCF-EB6BED1B8554}"/>
          </ac:spMkLst>
        </pc:spChg>
        <pc:spChg chg="add mod">
          <ac:chgData name="Guest User" userId="S::urn:spo:tenantanon#5d7b49e9-50d2-40dc-bab1-14a2d903542c::" providerId="AD" clId="Web-{B3EB8F5A-F109-1C5C-E2E7-92D5BC470C05}" dt="2026-02-18T13:30:52.646" v="1542" actId="20577"/>
          <ac:spMkLst>
            <pc:docMk/>
            <pc:sldMk cId="85414626" sldId="356"/>
            <ac:spMk id="9" creationId="{8FD157D7-EFFE-6020-1DC4-DA4872380A10}"/>
          </ac:spMkLst>
        </pc:spChg>
        <pc:spChg chg="add mod">
          <ac:chgData name="Guest User" userId="S::urn:spo:tenantanon#5d7b49e9-50d2-40dc-bab1-14a2d903542c::" providerId="AD" clId="Web-{B3EB8F5A-F109-1C5C-E2E7-92D5BC470C05}" dt="2026-02-18T13:33:04.095" v="1588" actId="20577"/>
          <ac:spMkLst>
            <pc:docMk/>
            <pc:sldMk cId="85414626" sldId="356"/>
            <ac:spMk id="10" creationId="{5D78AD6E-444A-50B4-462B-25E228DF3C31}"/>
          </ac:spMkLst>
        </pc:spChg>
      </pc:sldChg>
      <pc:sldChg chg="delSp modSp ord">
        <pc:chgData name="Guest User" userId="S::urn:spo:tenantanon#5d7b49e9-50d2-40dc-bab1-14a2d903542c::" providerId="AD" clId="Web-{B3EB8F5A-F109-1C5C-E2E7-92D5BC470C05}" dt="2026-02-18T14:12:30.584" v="2496" actId="20577"/>
        <pc:sldMkLst>
          <pc:docMk/>
          <pc:sldMk cId="1394746260" sldId="359"/>
        </pc:sldMkLst>
        <pc:spChg chg="mod">
          <ac:chgData name="Guest User" userId="S::urn:spo:tenantanon#5d7b49e9-50d2-40dc-bab1-14a2d903542c::" providerId="AD" clId="Web-{B3EB8F5A-F109-1C5C-E2E7-92D5BC470C05}" dt="2026-02-18T14:12:30.584" v="2496" actId="20577"/>
          <ac:spMkLst>
            <pc:docMk/>
            <pc:sldMk cId="1394746260" sldId="359"/>
            <ac:spMk id="6" creationId="{F436F155-773D-4DCB-B8B5-F0E81DD8CD69}"/>
          </ac:spMkLst>
        </pc:spChg>
        <pc:spChg chg="del">
          <ac:chgData name="Guest User" userId="S::urn:spo:tenantanon#5d7b49e9-50d2-40dc-bab1-14a2d903542c::" providerId="AD" clId="Web-{B3EB8F5A-F109-1C5C-E2E7-92D5BC470C05}" dt="2026-02-18T13:03:56.881" v="1073"/>
          <ac:spMkLst>
            <pc:docMk/>
            <pc:sldMk cId="1394746260" sldId="359"/>
            <ac:spMk id="7" creationId="{330AA995-0828-5DA4-EE7A-F7FE6A7B6F62}"/>
          </ac:spMkLst>
        </pc:spChg>
        <pc:spChg chg="del">
          <ac:chgData name="Guest User" userId="S::urn:spo:tenantanon#5d7b49e9-50d2-40dc-bab1-14a2d903542c::" providerId="AD" clId="Web-{B3EB8F5A-F109-1C5C-E2E7-92D5BC470C05}" dt="2026-02-18T13:03:59.053" v="1074"/>
          <ac:spMkLst>
            <pc:docMk/>
            <pc:sldMk cId="1394746260" sldId="359"/>
            <ac:spMk id="8" creationId="{A917EAF7-859A-2E4D-511B-39E1CD619903}"/>
          </ac:spMkLst>
        </pc:spChg>
      </pc:sldChg>
      <pc:sldChg chg="del">
        <pc:chgData name="Guest User" userId="S::urn:spo:tenantanon#5d7b49e9-50d2-40dc-bab1-14a2d903542c::" providerId="AD" clId="Web-{B3EB8F5A-F109-1C5C-E2E7-92D5BC470C05}" dt="2026-02-18T12:37:45.209" v="0"/>
        <pc:sldMkLst>
          <pc:docMk/>
          <pc:sldMk cId="2712133451" sldId="360"/>
        </pc:sldMkLst>
      </pc:sldChg>
      <pc:sldChg chg="delSp modSp new mod modShow">
        <pc:chgData name="Guest User" userId="S::urn:spo:tenantanon#5d7b49e9-50d2-40dc-bab1-14a2d903542c::" providerId="AD" clId="Web-{B3EB8F5A-F109-1C5C-E2E7-92D5BC470C05}" dt="2026-02-18T14:04:32.029" v="2431"/>
        <pc:sldMkLst>
          <pc:docMk/>
          <pc:sldMk cId="3558582683" sldId="360"/>
        </pc:sldMkLst>
        <pc:spChg chg="mod">
          <ac:chgData name="Guest User" userId="S::urn:spo:tenantanon#5d7b49e9-50d2-40dc-bab1-14a2d903542c::" providerId="AD" clId="Web-{B3EB8F5A-F109-1C5C-E2E7-92D5BC470C05}" dt="2026-02-18T14:03:00.417" v="2430" actId="20577"/>
          <ac:spMkLst>
            <pc:docMk/>
            <pc:sldMk cId="3558582683" sldId="360"/>
            <ac:spMk id="2" creationId="{B555C327-3661-B416-373C-1BD385E40336}"/>
          </ac:spMkLst>
        </pc:spChg>
        <pc:spChg chg="del">
          <ac:chgData name="Guest User" userId="S::urn:spo:tenantanon#5d7b49e9-50d2-40dc-bab1-14a2d903542c::" providerId="AD" clId="Web-{B3EB8F5A-F109-1C5C-E2E7-92D5BC470C05}" dt="2026-02-18T12:49:54.512" v="772"/>
          <ac:spMkLst>
            <pc:docMk/>
            <pc:sldMk cId="3558582683" sldId="360"/>
            <ac:spMk id="3" creationId="{46068D56-5124-7C6D-9E1D-F37B26F47D5C}"/>
          </ac:spMkLst>
        </pc:spChg>
        <pc:spChg chg="del">
          <ac:chgData name="Guest User" userId="S::urn:spo:tenantanon#5d7b49e9-50d2-40dc-bab1-14a2d903542c::" providerId="AD" clId="Web-{B3EB8F5A-F109-1C5C-E2E7-92D5BC470C05}" dt="2026-02-18T12:42:01.727" v="268"/>
          <ac:spMkLst>
            <pc:docMk/>
            <pc:sldMk cId="3558582683" sldId="360"/>
            <ac:spMk id="4" creationId="{BE42B540-5F7F-6FA4-EBA1-3486E0E05902}"/>
          </ac:spMkLst>
        </pc:spChg>
        <pc:spChg chg="del">
          <ac:chgData name="Guest User" userId="S::urn:spo:tenantanon#5d7b49e9-50d2-40dc-bab1-14a2d903542c::" providerId="AD" clId="Web-{B3EB8F5A-F109-1C5C-E2E7-92D5BC470C05}" dt="2026-02-18T12:39:57.431" v="107"/>
          <ac:spMkLst>
            <pc:docMk/>
            <pc:sldMk cId="3558582683" sldId="360"/>
            <ac:spMk id="5" creationId="{4F0902E3-6254-F370-5753-9EF653810B1E}"/>
          </ac:spMkLst>
        </pc:spChg>
        <pc:spChg chg="mod">
          <ac:chgData name="Guest User" userId="S::urn:spo:tenantanon#5d7b49e9-50d2-40dc-bab1-14a2d903542c::" providerId="AD" clId="Web-{B3EB8F5A-F109-1C5C-E2E7-92D5BC470C05}" dt="2026-02-18T12:39:52.884" v="105" actId="20577"/>
          <ac:spMkLst>
            <pc:docMk/>
            <pc:sldMk cId="3558582683" sldId="360"/>
            <ac:spMk id="6" creationId="{9DAB1309-E5F1-F7A4-8BAB-8A38A0532D03}"/>
          </ac:spMkLst>
        </pc:spChg>
        <pc:spChg chg="del">
          <ac:chgData name="Guest User" userId="S::urn:spo:tenantanon#5d7b49e9-50d2-40dc-bab1-14a2d903542c::" providerId="AD" clId="Web-{B3EB8F5A-F109-1C5C-E2E7-92D5BC470C05}" dt="2026-02-18T12:39:56.088" v="106"/>
          <ac:spMkLst>
            <pc:docMk/>
            <pc:sldMk cId="3558582683" sldId="360"/>
            <ac:spMk id="7" creationId="{9074F285-D4BA-B07F-E523-5672E28E4E93}"/>
          </ac:spMkLst>
        </pc:spChg>
      </pc:sldChg>
      <pc:sldChg chg="delSp modSp new">
        <pc:chgData name="Guest User" userId="S::urn:spo:tenantanon#5d7b49e9-50d2-40dc-bab1-14a2d903542c::" providerId="AD" clId="Web-{B3EB8F5A-F109-1C5C-E2E7-92D5BC470C05}" dt="2026-02-18T14:04:54.185" v="2432"/>
        <pc:sldMkLst>
          <pc:docMk/>
          <pc:sldMk cId="912637820" sldId="361"/>
        </pc:sldMkLst>
        <pc:spChg chg="del">
          <ac:chgData name="Guest User" userId="S::urn:spo:tenantanon#5d7b49e9-50d2-40dc-bab1-14a2d903542c::" providerId="AD" clId="Web-{B3EB8F5A-F109-1C5C-E2E7-92D5BC470C05}" dt="2026-02-18T13:02:39.580" v="1071"/>
          <ac:spMkLst>
            <pc:docMk/>
            <pc:sldMk cId="912637820" sldId="361"/>
            <ac:spMk id="2" creationId="{AEB3F749-31C3-BD1B-748F-2F7B5349EC96}"/>
          </ac:spMkLst>
        </pc:spChg>
        <pc:spChg chg="del">
          <ac:chgData name="Guest User" userId="S::urn:spo:tenantanon#5d7b49e9-50d2-40dc-bab1-14a2d903542c::" providerId="AD" clId="Web-{B3EB8F5A-F109-1C5C-E2E7-92D5BC470C05}" dt="2026-02-18T14:04:54.185" v="2432"/>
          <ac:spMkLst>
            <pc:docMk/>
            <pc:sldMk cId="912637820" sldId="361"/>
            <ac:spMk id="4" creationId="{40D6774C-62B4-9D6A-7D93-91A4A4871B3A}"/>
          </ac:spMkLst>
        </pc:spChg>
        <pc:spChg chg="del">
          <ac:chgData name="Guest User" userId="S::urn:spo:tenantanon#5d7b49e9-50d2-40dc-bab1-14a2d903542c::" providerId="AD" clId="Web-{B3EB8F5A-F109-1C5C-E2E7-92D5BC470C05}" dt="2026-02-18T13:02:38.611" v="1070"/>
          <ac:spMkLst>
            <pc:docMk/>
            <pc:sldMk cId="912637820" sldId="361"/>
            <ac:spMk id="5" creationId="{6902F025-57E2-CEA5-048E-166C1F82EDDE}"/>
          </ac:spMkLst>
        </pc:spChg>
        <pc:spChg chg="mod">
          <ac:chgData name="Guest User" userId="S::urn:spo:tenantanon#5d7b49e9-50d2-40dc-bab1-14a2d903542c::" providerId="AD" clId="Web-{B3EB8F5A-F109-1C5C-E2E7-92D5BC470C05}" dt="2026-02-18T13:02:34.954" v="1068" actId="20577"/>
          <ac:spMkLst>
            <pc:docMk/>
            <pc:sldMk cId="912637820" sldId="361"/>
            <ac:spMk id="6" creationId="{A437D3B1-23D7-850E-F2ED-E449FEFABB47}"/>
          </ac:spMkLst>
        </pc:spChg>
        <pc:spChg chg="del">
          <ac:chgData name="Guest User" userId="S::urn:spo:tenantanon#5d7b49e9-50d2-40dc-bab1-14a2d903542c::" providerId="AD" clId="Web-{B3EB8F5A-F109-1C5C-E2E7-92D5BC470C05}" dt="2026-02-18T13:02:37.986" v="1069"/>
          <ac:spMkLst>
            <pc:docMk/>
            <pc:sldMk cId="912637820" sldId="361"/>
            <ac:spMk id="7" creationId="{DC18DF2B-289F-C806-1491-BA4274F1D32E}"/>
          </ac:spMkLst>
        </pc:spChg>
      </pc:sldChg>
      <pc:sldChg chg="new del">
        <pc:chgData name="Guest User" userId="S::urn:spo:tenantanon#5d7b49e9-50d2-40dc-bab1-14a2d903542c::" providerId="AD" clId="Web-{B3EB8F5A-F109-1C5C-E2E7-92D5BC470C05}" dt="2026-02-18T13:28:16.922" v="1395"/>
        <pc:sldMkLst>
          <pc:docMk/>
          <pc:sldMk cId="2196631605" sldId="362"/>
        </pc:sldMkLst>
      </pc:sldChg>
      <pc:sldChg chg="modSp add replId">
        <pc:chgData name="Guest User" userId="S::urn:spo:tenantanon#5d7b49e9-50d2-40dc-bab1-14a2d903542c::" providerId="AD" clId="Web-{B3EB8F5A-F109-1C5C-E2E7-92D5BC470C05}" dt="2026-02-18T14:00:38.097" v="2392" actId="20577"/>
        <pc:sldMkLst>
          <pc:docMk/>
          <pc:sldMk cId="2943642046" sldId="362"/>
        </pc:sldMkLst>
        <pc:spChg chg="mod">
          <ac:chgData name="Guest User" userId="S::urn:spo:tenantanon#5d7b49e9-50d2-40dc-bab1-14a2d903542c::" providerId="AD" clId="Web-{B3EB8F5A-F109-1C5C-E2E7-92D5BC470C05}" dt="2026-02-18T14:00:38.097" v="2392" actId="20577"/>
          <ac:spMkLst>
            <pc:docMk/>
            <pc:sldMk cId="2943642046" sldId="362"/>
            <ac:spMk id="2" creationId="{4E5726BA-5C82-BD87-DAD5-BD80B5DFE367}"/>
          </ac:spMkLst>
        </pc:spChg>
      </pc:sldChg>
    </pc:docChg>
  </pc:docChgLst>
  <pc:docChgLst>
    <pc:chgData name="Gastbenutzer" userId="S::urn:spo:tenantanon#5d7b49e9-50d2-40dc-bab1-14a2d903542c::" providerId="AD" clId="Web-{3F4A858B-31BC-B54D-E68A-2778740158FD}"/>
    <pc:docChg chg="addSld modSld">
      <pc:chgData name="Gastbenutzer" userId="S::urn:spo:tenantanon#5d7b49e9-50d2-40dc-bab1-14a2d903542c::" providerId="AD" clId="Web-{3F4A858B-31BC-B54D-E68A-2778740158FD}" dt="2026-02-15T22:49:56.390" v="16" actId="20577"/>
      <pc:docMkLst>
        <pc:docMk/>
      </pc:docMkLst>
      <pc:sldChg chg="modSp add replId">
        <pc:chgData name="Gastbenutzer" userId="S::urn:spo:tenantanon#5d7b49e9-50d2-40dc-bab1-14a2d903542c::" providerId="AD" clId="Web-{3F4A858B-31BC-B54D-E68A-2778740158FD}" dt="2026-02-15T22:49:56.390" v="16" actId="20577"/>
        <pc:sldMkLst>
          <pc:docMk/>
          <pc:sldMk cId="1394746260" sldId="359"/>
        </pc:sldMkLst>
        <pc:spChg chg="mod">
          <ac:chgData name="Gastbenutzer" userId="S::urn:spo:tenantanon#5d7b49e9-50d2-40dc-bab1-14a2d903542c::" providerId="AD" clId="Web-{3F4A858B-31BC-B54D-E68A-2778740158FD}" dt="2026-02-15T22:49:54.202" v="15" actId="20577"/>
          <ac:spMkLst>
            <pc:docMk/>
            <pc:sldMk cId="1394746260" sldId="359"/>
            <ac:spMk id="5" creationId="{7E1B7F41-DBC5-C5D3-1EF1-86573CC5E41F}"/>
          </ac:spMkLst>
        </pc:spChg>
      </pc:sldChg>
    </pc:docChg>
  </pc:docChgLst>
  <pc:docChgLst>
    <pc:chgData name="Guest User" userId="S::urn:spo:tenantanon#5d7b49e9-50d2-40dc-bab1-14a2d903542c::" providerId="AD" clId="Web-{D5062C85-8312-E2E5-CE80-4CA69A39EB72}"/>
    <pc:docChg chg="sldOrd">
      <pc:chgData name="Guest User" userId="S::urn:spo:tenantanon#5d7b49e9-50d2-40dc-bab1-14a2d903542c::" providerId="AD" clId="Web-{D5062C85-8312-E2E5-CE80-4CA69A39EB72}" dt="2026-02-19T13:02:38.723" v="0"/>
      <pc:docMkLst>
        <pc:docMk/>
      </pc:docMkLst>
      <pc:sldChg chg="ord">
        <pc:chgData name="Guest User" userId="S::urn:spo:tenantanon#5d7b49e9-50d2-40dc-bab1-14a2d903542c::" providerId="AD" clId="Web-{D5062C85-8312-E2E5-CE80-4CA69A39EB72}" dt="2026-02-19T13:02:38.723" v="0"/>
        <pc:sldMkLst>
          <pc:docMk/>
          <pc:sldMk cId="3127202336" sldId="371"/>
        </pc:sldMkLst>
      </pc:sldChg>
    </pc:docChg>
  </pc:docChgLst>
  <pc:docChgLst>
    <pc:chgData name="Guest User" userId="S::urn:spo:tenantanon#5d7b49e9-50d2-40dc-bab1-14a2d903542c::" providerId="AD" clId="Web-{638A5DF4-9EA0-154F-35D3-8526380B8CAE}"/>
    <pc:docChg chg="addSld delSld modSld sldOrd">
      <pc:chgData name="Guest User" userId="S::urn:spo:tenantanon#5d7b49e9-50d2-40dc-bab1-14a2d903542c::" providerId="AD" clId="Web-{638A5DF4-9EA0-154F-35D3-8526380B8CAE}" dt="2026-02-19T13:22:04.983" v="784"/>
      <pc:docMkLst>
        <pc:docMk/>
      </pc:docMkLst>
      <pc:sldChg chg="add del">
        <pc:chgData name="Guest User" userId="S::urn:spo:tenantanon#5d7b49e9-50d2-40dc-bab1-14a2d903542c::" providerId="AD" clId="Web-{638A5DF4-9EA0-154F-35D3-8526380B8CAE}" dt="2026-02-19T11:35:33.485" v="15"/>
        <pc:sldMkLst>
          <pc:docMk/>
          <pc:sldMk cId="0" sldId="256"/>
        </pc:sldMkLst>
      </pc:sldChg>
      <pc:sldChg chg="add del">
        <pc:chgData name="Guest User" userId="S::urn:spo:tenantanon#5d7b49e9-50d2-40dc-bab1-14a2d903542c::" providerId="AD" clId="Web-{638A5DF4-9EA0-154F-35D3-8526380B8CAE}" dt="2026-02-19T11:35:33.517" v="17"/>
        <pc:sldMkLst>
          <pc:docMk/>
          <pc:sldMk cId="0" sldId="257"/>
        </pc:sldMkLst>
      </pc:sldChg>
      <pc:sldChg chg="add del">
        <pc:chgData name="Guest User" userId="S::urn:spo:tenantanon#5d7b49e9-50d2-40dc-bab1-14a2d903542c::" providerId="AD" clId="Web-{638A5DF4-9EA0-154F-35D3-8526380B8CAE}" dt="2026-02-19T11:35:33.517" v="16"/>
        <pc:sldMkLst>
          <pc:docMk/>
          <pc:sldMk cId="0" sldId="258"/>
        </pc:sldMkLst>
      </pc:sldChg>
      <pc:sldChg chg="add del">
        <pc:chgData name="Guest User" userId="S::urn:spo:tenantanon#5d7b49e9-50d2-40dc-bab1-14a2d903542c::" providerId="AD" clId="Web-{638A5DF4-9EA0-154F-35D3-8526380B8CAE}" dt="2026-02-19T11:35:33.470" v="14"/>
        <pc:sldMkLst>
          <pc:docMk/>
          <pc:sldMk cId="0" sldId="261"/>
        </pc:sldMkLst>
      </pc:sldChg>
      <pc:sldChg chg="addSp delSp modSp">
        <pc:chgData name="Guest User" userId="S::urn:spo:tenantanon#5d7b49e9-50d2-40dc-bab1-14a2d903542c::" providerId="AD" clId="Web-{638A5DF4-9EA0-154F-35D3-8526380B8CAE}" dt="2026-02-19T11:58:23.512" v="230"/>
        <pc:sldMkLst>
          <pc:docMk/>
          <pc:sldMk cId="4036007119" sldId="357"/>
        </pc:sldMkLst>
        <pc:spChg chg="add del mod">
          <ac:chgData name="Guest User" userId="S::urn:spo:tenantanon#5d7b49e9-50d2-40dc-bab1-14a2d903542c::" providerId="AD" clId="Web-{638A5DF4-9EA0-154F-35D3-8526380B8CAE}" dt="2026-02-19T11:58:23.512" v="230"/>
          <ac:spMkLst>
            <pc:docMk/>
            <pc:sldMk cId="4036007119" sldId="357"/>
            <ac:spMk id="2" creationId="{DF8BE81D-44AD-CD57-146D-DD9868E138D3}"/>
          </ac:spMkLst>
        </pc:spChg>
        <pc:picChg chg="mod">
          <ac:chgData name="Guest User" userId="S::urn:spo:tenantanon#5d7b49e9-50d2-40dc-bab1-14a2d903542c::" providerId="AD" clId="Web-{638A5DF4-9EA0-154F-35D3-8526380B8CAE}" dt="2026-02-19T11:24:33.486" v="9" actId="1076"/>
          <ac:picMkLst>
            <pc:docMk/>
            <pc:sldMk cId="4036007119" sldId="357"/>
            <ac:picMk id="3" creationId="{914F34FA-37DB-05B3-1D93-B064139FF017}"/>
          </ac:picMkLst>
        </pc:picChg>
      </pc:sldChg>
      <pc:sldChg chg="del">
        <pc:chgData name="Guest User" userId="S::urn:spo:tenantanon#5d7b49e9-50d2-40dc-bab1-14a2d903542c::" providerId="AD" clId="Web-{638A5DF4-9EA0-154F-35D3-8526380B8CAE}" dt="2026-02-19T11:51:00.316" v="162"/>
        <pc:sldMkLst>
          <pc:docMk/>
          <pc:sldMk cId="2918215793" sldId="358"/>
        </pc:sldMkLst>
      </pc:sldChg>
      <pc:sldChg chg="modSp">
        <pc:chgData name="Guest User" userId="S::urn:spo:tenantanon#5d7b49e9-50d2-40dc-bab1-14a2d903542c::" providerId="AD" clId="Web-{638A5DF4-9EA0-154F-35D3-8526380B8CAE}" dt="2026-02-19T11:22:43.750" v="8" actId="20577"/>
        <pc:sldMkLst>
          <pc:docMk/>
          <pc:sldMk cId="2217813901" sldId="363"/>
        </pc:sldMkLst>
        <pc:spChg chg="mod">
          <ac:chgData name="Guest User" userId="S::urn:spo:tenantanon#5d7b49e9-50d2-40dc-bab1-14a2d903542c::" providerId="AD" clId="Web-{638A5DF4-9EA0-154F-35D3-8526380B8CAE}" dt="2026-02-19T11:22:43.750" v="8" actId="20577"/>
          <ac:spMkLst>
            <pc:docMk/>
            <pc:sldMk cId="2217813901" sldId="363"/>
            <ac:spMk id="6" creationId="{F2788C11-C65C-EE86-C69F-64EF9E8727E9}"/>
          </ac:spMkLst>
        </pc:spChg>
      </pc:sldChg>
      <pc:sldChg chg="add del replId">
        <pc:chgData name="Guest User" userId="S::urn:spo:tenantanon#5d7b49e9-50d2-40dc-bab1-14a2d903542c::" providerId="AD" clId="Web-{638A5DF4-9EA0-154F-35D3-8526380B8CAE}" dt="2026-02-19T11:35:38.282" v="19"/>
        <pc:sldMkLst>
          <pc:docMk/>
          <pc:sldMk cId="1621807153" sldId="367"/>
        </pc:sldMkLst>
      </pc:sldChg>
      <pc:sldChg chg="addSp delSp modSp new mod ord modClrScheme chgLayout">
        <pc:chgData name="Guest User" userId="S::urn:spo:tenantanon#5d7b49e9-50d2-40dc-bab1-14a2d903542c::" providerId="AD" clId="Web-{638A5DF4-9EA0-154F-35D3-8526380B8CAE}" dt="2026-02-19T11:53:15.147" v="201"/>
        <pc:sldMkLst>
          <pc:docMk/>
          <pc:sldMk cId="3683114737" sldId="367"/>
        </pc:sldMkLst>
        <pc:spChg chg="del">
          <ac:chgData name="Guest User" userId="S::urn:spo:tenantanon#5d7b49e9-50d2-40dc-bab1-14a2d903542c::" providerId="AD" clId="Web-{638A5DF4-9EA0-154F-35D3-8526380B8CAE}" dt="2026-02-19T11:35:52.970" v="21"/>
          <ac:spMkLst>
            <pc:docMk/>
            <pc:sldMk cId="3683114737" sldId="367"/>
            <ac:spMk id="2" creationId="{485D78B7-AE6C-8CEC-7712-7058855D1CCA}"/>
          </ac:spMkLst>
        </pc:spChg>
        <pc:spChg chg="mod ord">
          <ac:chgData name="Guest User" userId="S::urn:spo:tenantanon#5d7b49e9-50d2-40dc-bab1-14a2d903542c::" providerId="AD" clId="Web-{638A5DF4-9EA0-154F-35D3-8526380B8CAE}" dt="2026-02-19T11:35:52.970" v="21"/>
          <ac:spMkLst>
            <pc:docMk/>
            <pc:sldMk cId="3683114737" sldId="367"/>
            <ac:spMk id="3" creationId="{DF4D5749-2ED9-0492-DB7A-1F30338861BD}"/>
          </ac:spMkLst>
        </pc:spChg>
        <pc:spChg chg="del mod ord">
          <ac:chgData name="Guest User" userId="S::urn:spo:tenantanon#5d7b49e9-50d2-40dc-bab1-14a2d903542c::" providerId="AD" clId="Web-{638A5DF4-9EA0-154F-35D3-8526380B8CAE}" dt="2026-02-19T11:36:25.205" v="53"/>
          <ac:spMkLst>
            <pc:docMk/>
            <pc:sldMk cId="3683114737" sldId="367"/>
            <ac:spMk id="4" creationId="{A510FCFD-E57E-41B5-D7F2-49861880EA5E}"/>
          </ac:spMkLst>
        </pc:spChg>
        <pc:spChg chg="del">
          <ac:chgData name="Guest User" userId="S::urn:spo:tenantanon#5d7b49e9-50d2-40dc-bab1-14a2d903542c::" providerId="AD" clId="Web-{638A5DF4-9EA0-154F-35D3-8526380B8CAE}" dt="2026-02-19T11:35:52.970" v="21"/>
          <ac:spMkLst>
            <pc:docMk/>
            <pc:sldMk cId="3683114737" sldId="367"/>
            <ac:spMk id="5" creationId="{E038FC12-7CA3-A867-2388-C177729BC808}"/>
          </ac:spMkLst>
        </pc:spChg>
        <pc:spChg chg="mod ord">
          <ac:chgData name="Guest User" userId="S::urn:spo:tenantanon#5d7b49e9-50d2-40dc-bab1-14a2d903542c::" providerId="AD" clId="Web-{638A5DF4-9EA0-154F-35D3-8526380B8CAE}" dt="2026-02-19T11:40:52.100" v="97" actId="20577"/>
          <ac:spMkLst>
            <pc:docMk/>
            <pc:sldMk cId="3683114737" sldId="367"/>
            <ac:spMk id="6" creationId="{2A411458-3A30-A173-4FF0-898F93615D96}"/>
          </ac:spMkLst>
        </pc:spChg>
        <pc:spChg chg="del">
          <ac:chgData name="Guest User" userId="S::urn:spo:tenantanon#5d7b49e9-50d2-40dc-bab1-14a2d903542c::" providerId="AD" clId="Web-{638A5DF4-9EA0-154F-35D3-8526380B8CAE}" dt="2026-02-19T11:35:52.970" v="21"/>
          <ac:spMkLst>
            <pc:docMk/>
            <pc:sldMk cId="3683114737" sldId="367"/>
            <ac:spMk id="7" creationId="{42F9F30A-6846-2BD6-5505-37C06F294B87}"/>
          </ac:spMkLst>
        </pc:spChg>
        <pc:picChg chg="add del mod">
          <ac:chgData name="Guest User" userId="S::urn:spo:tenantanon#5d7b49e9-50d2-40dc-bab1-14a2d903542c::" providerId="AD" clId="Web-{638A5DF4-9EA0-154F-35D3-8526380B8CAE}" dt="2026-02-19T11:41:09.101" v="100"/>
          <ac:picMkLst>
            <pc:docMk/>
            <pc:sldMk cId="3683114737" sldId="367"/>
            <ac:picMk id="8" creationId="{8AA4C0DE-31F6-7FBF-A3E7-C3BC95D96F70}"/>
          </ac:picMkLst>
        </pc:picChg>
        <pc:picChg chg="add mod">
          <ac:chgData name="Guest User" userId="S::urn:spo:tenantanon#5d7b49e9-50d2-40dc-bab1-14a2d903542c::" providerId="AD" clId="Web-{638A5DF4-9EA0-154F-35D3-8526380B8CAE}" dt="2026-02-19T11:53:15.147" v="201"/>
          <ac:picMkLst>
            <pc:docMk/>
            <pc:sldMk cId="3683114737" sldId="367"/>
            <ac:picMk id="9" creationId="{96FC1E85-BA35-9D7B-24CC-6F4CA360C046}"/>
          </ac:picMkLst>
        </pc:picChg>
      </pc:sldChg>
      <pc:sldChg chg="addSp delSp modSp add del replId">
        <pc:chgData name="Guest User" userId="S::urn:spo:tenantanon#5d7b49e9-50d2-40dc-bab1-14a2d903542c::" providerId="AD" clId="Web-{638A5DF4-9EA0-154F-35D3-8526380B8CAE}" dt="2026-02-19T11:52:54.991" v="197"/>
        <pc:sldMkLst>
          <pc:docMk/>
          <pc:sldMk cId="2961018708" sldId="368"/>
        </pc:sldMkLst>
        <pc:spChg chg="del">
          <ac:chgData name="Guest User" userId="S::urn:spo:tenantanon#5d7b49e9-50d2-40dc-bab1-14a2d903542c::" providerId="AD" clId="Web-{638A5DF4-9EA0-154F-35D3-8526380B8CAE}" dt="2026-02-19T11:36:18.424" v="52"/>
          <ac:spMkLst>
            <pc:docMk/>
            <pc:sldMk cId="2961018708" sldId="368"/>
            <ac:spMk id="4" creationId="{62EE1E5B-172F-036E-E444-E5E1F170554B}"/>
          </ac:spMkLst>
        </pc:spChg>
        <pc:spChg chg="add mod">
          <ac:chgData name="Guest User" userId="S::urn:spo:tenantanon#5d7b49e9-50d2-40dc-bab1-14a2d903542c::" providerId="AD" clId="Web-{638A5DF4-9EA0-154F-35D3-8526380B8CAE}" dt="2026-02-19T11:39:01.301" v="82" actId="1076"/>
          <ac:spMkLst>
            <pc:docMk/>
            <pc:sldMk cId="2961018708" sldId="368"/>
            <ac:spMk id="5" creationId="{034865CC-8B2F-E246-6177-E44ABC3B9CBD}"/>
          </ac:spMkLst>
        </pc:spChg>
        <pc:spChg chg="mod">
          <ac:chgData name="Guest User" userId="S::urn:spo:tenantanon#5d7b49e9-50d2-40dc-bab1-14a2d903542c::" providerId="AD" clId="Web-{638A5DF4-9EA0-154F-35D3-8526380B8CAE}" dt="2026-02-19T11:36:12.439" v="51" actId="20577"/>
          <ac:spMkLst>
            <pc:docMk/>
            <pc:sldMk cId="2961018708" sldId="368"/>
            <ac:spMk id="6" creationId="{5DBE2379-5138-D5E8-0B1A-B272E8C02D27}"/>
          </ac:spMkLst>
        </pc:spChg>
        <pc:picChg chg="add mod">
          <ac:chgData name="Guest User" userId="S::urn:spo:tenantanon#5d7b49e9-50d2-40dc-bab1-14a2d903542c::" providerId="AD" clId="Web-{638A5DF4-9EA0-154F-35D3-8526380B8CAE}" dt="2026-02-19T11:38:32.488" v="76" actId="1076"/>
          <ac:picMkLst>
            <pc:docMk/>
            <pc:sldMk cId="2961018708" sldId="368"/>
            <ac:picMk id="2" creationId="{49857AB5-3A06-9218-D745-8F01187EB0EC}"/>
          </ac:picMkLst>
        </pc:picChg>
      </pc:sldChg>
      <pc:sldChg chg="addSp delSp modSp add replId">
        <pc:chgData name="Guest User" userId="S::urn:spo:tenantanon#5d7b49e9-50d2-40dc-bab1-14a2d903542c::" providerId="AD" clId="Web-{638A5DF4-9EA0-154F-35D3-8526380B8CAE}" dt="2026-02-19T11:54:34.196" v="226"/>
        <pc:sldMkLst>
          <pc:docMk/>
          <pc:sldMk cId="1629901079" sldId="369"/>
        </pc:sldMkLst>
        <pc:spChg chg="add del">
          <ac:chgData name="Guest User" userId="S::urn:spo:tenantanon#5d7b49e9-50d2-40dc-bab1-14a2d903542c::" providerId="AD" clId="Web-{638A5DF4-9EA0-154F-35D3-8526380B8CAE}" dt="2026-02-19T11:37:20.737" v="61"/>
          <ac:spMkLst>
            <pc:docMk/>
            <pc:sldMk cId="1629901079" sldId="369"/>
            <ac:spMk id="4" creationId="{C53350B8-8F34-6CD7-0FD0-229928E024C2}"/>
          </ac:spMkLst>
        </pc:spChg>
        <pc:spChg chg="add del">
          <ac:chgData name="Guest User" userId="S::urn:spo:tenantanon#5d7b49e9-50d2-40dc-bab1-14a2d903542c::" providerId="AD" clId="Web-{638A5DF4-9EA0-154F-35D3-8526380B8CAE}" dt="2026-02-19T11:37:26.628" v="63"/>
          <ac:spMkLst>
            <pc:docMk/>
            <pc:sldMk cId="1629901079" sldId="369"/>
            <ac:spMk id="5" creationId="{C4592098-9237-77B8-EC36-5F1169591CF1}"/>
          </ac:spMkLst>
        </pc:spChg>
        <pc:spChg chg="mod">
          <ac:chgData name="Guest User" userId="S::urn:spo:tenantanon#5d7b49e9-50d2-40dc-bab1-14a2d903542c::" providerId="AD" clId="Web-{638A5DF4-9EA0-154F-35D3-8526380B8CAE}" dt="2026-02-19T11:36:46.284" v="57" actId="20577"/>
          <ac:spMkLst>
            <pc:docMk/>
            <pc:sldMk cId="1629901079" sldId="369"/>
            <ac:spMk id="6" creationId="{BD96B9BF-7CF1-8AEF-1E36-3F3AB9EAB78E}"/>
          </ac:spMkLst>
        </pc:spChg>
        <pc:spChg chg="add mod">
          <ac:chgData name="Guest User" userId="S::urn:spo:tenantanon#5d7b49e9-50d2-40dc-bab1-14a2d903542c::" providerId="AD" clId="Web-{638A5DF4-9EA0-154F-35D3-8526380B8CAE}" dt="2026-02-19T11:37:52.503" v="72" actId="1076"/>
          <ac:spMkLst>
            <pc:docMk/>
            <pc:sldMk cId="1629901079" sldId="369"/>
            <ac:spMk id="7" creationId="{73C84AA3-70FF-B9CD-07E7-D38B26EC3F4C}"/>
          </ac:spMkLst>
        </pc:spChg>
        <pc:spChg chg="add del mod">
          <ac:chgData name="Guest User" userId="S::urn:spo:tenantanon#5d7b49e9-50d2-40dc-bab1-14a2d903542c::" providerId="AD" clId="Web-{638A5DF4-9EA0-154F-35D3-8526380B8CAE}" dt="2026-02-19T11:54:14.305" v="222"/>
          <ac:spMkLst>
            <pc:docMk/>
            <pc:sldMk cId="1629901079" sldId="369"/>
            <ac:spMk id="8" creationId="{8532BCFA-7197-8F4F-91DC-0969BAA46D10}"/>
          </ac:spMkLst>
        </pc:spChg>
        <pc:spChg chg="add del mod">
          <ac:chgData name="Guest User" userId="S::urn:spo:tenantanon#5d7b49e9-50d2-40dc-bab1-14a2d903542c::" providerId="AD" clId="Web-{638A5DF4-9EA0-154F-35D3-8526380B8CAE}" dt="2026-02-19T11:54:34.196" v="226"/>
          <ac:spMkLst>
            <pc:docMk/>
            <pc:sldMk cId="1629901079" sldId="369"/>
            <ac:spMk id="9" creationId="{74EE26F4-98F4-EA91-A46E-5D0D48319940}"/>
          </ac:spMkLst>
        </pc:spChg>
        <pc:picChg chg="add mod">
          <ac:chgData name="Guest User" userId="S::urn:spo:tenantanon#5d7b49e9-50d2-40dc-bab1-14a2d903542c::" providerId="AD" clId="Web-{638A5DF4-9EA0-154F-35D3-8526380B8CAE}" dt="2026-02-19T11:53:33.194" v="204"/>
          <ac:picMkLst>
            <pc:docMk/>
            <pc:sldMk cId="1629901079" sldId="369"/>
            <ac:picMk id="2" creationId="{04F7BF13-79B1-C168-17C6-82A99F22D839}"/>
          </ac:picMkLst>
        </pc:picChg>
      </pc:sldChg>
      <pc:sldChg chg="modSp add ord replId">
        <pc:chgData name="Guest User" userId="S::urn:spo:tenantanon#5d7b49e9-50d2-40dc-bab1-14a2d903542c::" providerId="AD" clId="Web-{638A5DF4-9EA0-154F-35D3-8526380B8CAE}" dt="2026-02-19T13:22:04.983" v="784"/>
        <pc:sldMkLst>
          <pc:docMk/>
          <pc:sldMk cId="2082984197" sldId="370"/>
        </pc:sldMkLst>
        <pc:spChg chg="mod">
          <ac:chgData name="Guest User" userId="S::urn:spo:tenantanon#5d7b49e9-50d2-40dc-bab1-14a2d903542c::" providerId="AD" clId="Web-{638A5DF4-9EA0-154F-35D3-8526380B8CAE}" dt="2026-02-19T11:51:27.801" v="190" actId="20577"/>
          <ac:spMkLst>
            <pc:docMk/>
            <pc:sldMk cId="2082984197" sldId="370"/>
            <ac:spMk id="5" creationId="{C2F74BD0-76AA-68D8-379F-3D60536CFF17}"/>
          </ac:spMkLst>
        </pc:spChg>
        <pc:picChg chg="mod">
          <ac:chgData name="Guest User" userId="S::urn:spo:tenantanon#5d7b49e9-50d2-40dc-bab1-14a2d903542c::" providerId="AD" clId="Web-{638A5DF4-9EA0-154F-35D3-8526380B8CAE}" dt="2026-02-19T11:53:22.257" v="202"/>
          <ac:picMkLst>
            <pc:docMk/>
            <pc:sldMk cId="2082984197" sldId="370"/>
            <ac:picMk id="2" creationId="{801DBF02-8BFF-E0A1-FA73-FC0372E48884}"/>
          </ac:picMkLst>
        </pc:picChg>
      </pc:sldChg>
      <pc:sldChg chg="addSp delSp modSp new ord">
        <pc:chgData name="Guest User" userId="S::urn:spo:tenantanon#5d7b49e9-50d2-40dc-bab1-14a2d903542c::" providerId="AD" clId="Web-{638A5DF4-9EA0-154F-35D3-8526380B8CAE}" dt="2026-02-19T13:21:57.326" v="782"/>
        <pc:sldMkLst>
          <pc:docMk/>
          <pc:sldMk cId="3127202336" sldId="371"/>
        </pc:sldMkLst>
        <pc:spChg chg="mod">
          <ac:chgData name="Guest User" userId="S::urn:spo:tenantanon#5d7b49e9-50d2-40dc-bab1-14a2d903542c::" providerId="AD" clId="Web-{638A5DF4-9EA0-154F-35D3-8526380B8CAE}" dt="2026-02-19T11:51:08.738" v="164" actId="20577"/>
          <ac:spMkLst>
            <pc:docMk/>
            <pc:sldMk cId="3127202336" sldId="371"/>
            <ac:spMk id="2" creationId="{86514C47-F521-AA8A-3A21-C2B38AD55ADD}"/>
          </ac:spMkLst>
        </pc:spChg>
        <pc:spChg chg="del">
          <ac:chgData name="Guest User" userId="S::urn:spo:tenantanon#5d7b49e9-50d2-40dc-bab1-14a2d903542c::" providerId="AD" clId="Web-{638A5DF4-9EA0-154F-35D3-8526380B8CAE}" dt="2026-02-19T11:59:13.762" v="237"/>
          <ac:spMkLst>
            <pc:docMk/>
            <pc:sldMk cId="3127202336" sldId="371"/>
            <ac:spMk id="4" creationId="{695A9E06-EA28-2701-D75E-9C89FDDA831C}"/>
          </ac:spMkLst>
        </pc:spChg>
        <pc:picChg chg="add mod">
          <ac:chgData name="Guest User" userId="S::urn:spo:tenantanon#5d7b49e9-50d2-40dc-bab1-14a2d903542c::" providerId="AD" clId="Web-{638A5DF4-9EA0-154F-35D3-8526380B8CAE}" dt="2026-02-19T11:59:36.450" v="242" actId="1076"/>
          <ac:picMkLst>
            <pc:docMk/>
            <pc:sldMk cId="3127202336" sldId="371"/>
            <ac:picMk id="5" creationId="{1C94088A-42C0-DA4C-FBDA-C6389039A18B}"/>
          </ac:picMkLst>
        </pc:picChg>
        <pc:picChg chg="add mod">
          <ac:chgData name="Guest User" userId="S::urn:spo:tenantanon#5d7b49e9-50d2-40dc-bab1-14a2d903542c::" providerId="AD" clId="Web-{638A5DF4-9EA0-154F-35D3-8526380B8CAE}" dt="2026-02-19T11:59:31.887" v="241"/>
          <ac:picMkLst>
            <pc:docMk/>
            <pc:sldMk cId="3127202336" sldId="371"/>
            <ac:picMk id="6" creationId="{5EFDD62D-BBC6-CE2B-7BBF-420A68244116}"/>
          </ac:picMkLst>
        </pc:picChg>
      </pc:sldChg>
      <pc:sldChg chg="addSp delSp modSp new del ord">
        <pc:chgData name="Guest User" userId="S::urn:spo:tenantanon#5d7b49e9-50d2-40dc-bab1-14a2d903542c::" providerId="AD" clId="Web-{638A5DF4-9EA0-154F-35D3-8526380B8CAE}" dt="2026-02-19T13:07:33.606" v="522"/>
        <pc:sldMkLst>
          <pc:docMk/>
          <pc:sldMk cId="3234122650" sldId="372"/>
        </pc:sldMkLst>
        <pc:spChg chg="mod">
          <ac:chgData name="Guest User" userId="S::urn:spo:tenantanon#5d7b49e9-50d2-40dc-bab1-14a2d903542c::" providerId="AD" clId="Web-{638A5DF4-9EA0-154F-35D3-8526380B8CAE}" dt="2026-02-19T12:00:55.254" v="281" actId="20577"/>
          <ac:spMkLst>
            <pc:docMk/>
            <pc:sldMk cId="3234122650" sldId="372"/>
            <ac:spMk id="2" creationId="{B3AECC59-70D7-A238-04A0-951A8C8B963B}"/>
          </ac:spMkLst>
        </pc:spChg>
        <pc:spChg chg="del">
          <ac:chgData name="Guest User" userId="S::urn:spo:tenantanon#5d7b49e9-50d2-40dc-bab1-14a2d903542c::" providerId="AD" clId="Web-{638A5DF4-9EA0-154F-35D3-8526380B8CAE}" dt="2026-02-19T12:17:05.426" v="356"/>
          <ac:spMkLst>
            <pc:docMk/>
            <pc:sldMk cId="3234122650" sldId="372"/>
            <ac:spMk id="4" creationId="{DEAEB567-A2D3-DF5E-272D-ABDE41CCF320}"/>
          </ac:spMkLst>
        </pc:spChg>
        <pc:spChg chg="add mod">
          <ac:chgData name="Guest User" userId="S::urn:spo:tenantanon#5d7b49e9-50d2-40dc-bab1-14a2d903542c::" providerId="AD" clId="Web-{638A5DF4-9EA0-154F-35D3-8526380B8CAE}" dt="2026-02-19T12:22:37.853" v="394" actId="1076"/>
          <ac:spMkLst>
            <pc:docMk/>
            <pc:sldMk cId="3234122650" sldId="372"/>
            <ac:spMk id="6" creationId="{D1E9CA61-92F6-9574-0BE9-94C80ABCFCCB}"/>
          </ac:spMkLst>
        </pc:spChg>
        <pc:spChg chg="add mod">
          <ac:chgData name="Guest User" userId="S::urn:spo:tenantanon#5d7b49e9-50d2-40dc-bab1-14a2d903542c::" providerId="AD" clId="Web-{638A5DF4-9EA0-154F-35D3-8526380B8CAE}" dt="2026-02-19T12:23:11.323" v="406" actId="20577"/>
          <ac:spMkLst>
            <pc:docMk/>
            <pc:sldMk cId="3234122650" sldId="372"/>
            <ac:spMk id="8" creationId="{5436A427-C871-AE87-D6D0-6C71E5D3CDEC}"/>
          </ac:spMkLst>
        </pc:spChg>
        <pc:spChg chg="add mod">
          <ac:chgData name="Guest User" userId="S::urn:spo:tenantanon#5d7b49e9-50d2-40dc-bab1-14a2d903542c::" providerId="AD" clId="Web-{638A5DF4-9EA0-154F-35D3-8526380B8CAE}" dt="2026-02-19T12:23:22.542" v="421" actId="20577"/>
          <ac:spMkLst>
            <pc:docMk/>
            <pc:sldMk cId="3234122650" sldId="372"/>
            <ac:spMk id="10" creationId="{127C136F-BF8A-FCFB-3062-DAC022DD37F6}"/>
          </ac:spMkLst>
        </pc:spChg>
        <pc:spChg chg="add mod">
          <ac:chgData name="Guest User" userId="S::urn:spo:tenantanon#5d7b49e9-50d2-40dc-bab1-14a2d903542c::" providerId="AD" clId="Web-{638A5DF4-9EA0-154F-35D3-8526380B8CAE}" dt="2026-02-19T12:25:13.357" v="475" actId="1076"/>
          <ac:spMkLst>
            <pc:docMk/>
            <pc:sldMk cId="3234122650" sldId="372"/>
            <ac:spMk id="13" creationId="{2995FB58-6003-4BFA-5A56-99231C724CB1}"/>
          </ac:spMkLst>
        </pc:spChg>
        <pc:spChg chg="add">
          <ac:chgData name="Guest User" userId="S::urn:spo:tenantanon#5d7b49e9-50d2-40dc-bab1-14a2d903542c::" providerId="AD" clId="Web-{638A5DF4-9EA0-154F-35D3-8526380B8CAE}" dt="2026-02-19T12:30:03.019" v="476"/>
          <ac:spMkLst>
            <pc:docMk/>
            <pc:sldMk cId="3234122650" sldId="372"/>
            <ac:spMk id="14" creationId="{127C136F-BF8A-FCFB-3062-DAC022DD37F6}"/>
          </ac:spMkLst>
        </pc:spChg>
        <pc:picChg chg="add mod">
          <ac:chgData name="Guest User" userId="S::urn:spo:tenantanon#5d7b49e9-50d2-40dc-bab1-14a2d903542c::" providerId="AD" clId="Web-{638A5DF4-9EA0-154F-35D3-8526380B8CAE}" dt="2026-02-19T12:16:18.377" v="355" actId="1076"/>
          <ac:picMkLst>
            <pc:docMk/>
            <pc:sldMk cId="3234122650" sldId="372"/>
            <ac:picMk id="5" creationId="{237EE3D1-620D-64E1-4309-CE6AB90548F5}"/>
          </ac:picMkLst>
        </pc:picChg>
        <pc:picChg chg="add mod">
          <ac:chgData name="Guest User" userId="S::urn:spo:tenantanon#5d7b49e9-50d2-40dc-bab1-14a2d903542c::" providerId="AD" clId="Web-{638A5DF4-9EA0-154F-35D3-8526380B8CAE}" dt="2026-02-19T12:21:46.960" v="361" actId="1076"/>
          <ac:picMkLst>
            <pc:docMk/>
            <pc:sldMk cId="3234122650" sldId="372"/>
            <ac:picMk id="7" creationId="{C0382369-850E-2D92-A251-EB5A2690FE06}"/>
          </ac:picMkLst>
        </pc:picChg>
        <pc:picChg chg="add del mod">
          <ac:chgData name="Guest User" userId="S::urn:spo:tenantanon#5d7b49e9-50d2-40dc-bab1-14a2d903542c::" providerId="AD" clId="Web-{638A5DF4-9EA0-154F-35D3-8526380B8CAE}" dt="2026-02-19T12:23:24.854" v="422"/>
          <ac:picMkLst>
            <pc:docMk/>
            <pc:sldMk cId="3234122650" sldId="372"/>
            <ac:picMk id="9" creationId="{94AFD5DD-D259-AAFA-7357-7AC1E157443F}"/>
          </ac:picMkLst>
        </pc:picChg>
        <pc:picChg chg="add mod">
          <ac:chgData name="Guest User" userId="S::urn:spo:tenantanon#5d7b49e9-50d2-40dc-bab1-14a2d903542c::" providerId="AD" clId="Web-{638A5DF4-9EA0-154F-35D3-8526380B8CAE}" dt="2026-02-19T12:24:19.747" v="432" actId="1076"/>
          <ac:picMkLst>
            <pc:docMk/>
            <pc:sldMk cId="3234122650" sldId="372"/>
            <ac:picMk id="11" creationId="{6A53F9DB-6EA4-2A9A-1621-C59D6AC30C97}"/>
          </ac:picMkLst>
        </pc:picChg>
        <pc:picChg chg="add mod">
          <ac:chgData name="Guest User" userId="S::urn:spo:tenantanon#5d7b49e9-50d2-40dc-bab1-14a2d903542c::" providerId="AD" clId="Web-{638A5DF4-9EA0-154F-35D3-8526380B8CAE}" dt="2026-02-19T12:24:14.262" v="431" actId="1076"/>
          <ac:picMkLst>
            <pc:docMk/>
            <pc:sldMk cId="3234122650" sldId="372"/>
            <ac:picMk id="12" creationId="{9095CE9B-D96D-5816-A80E-98AB21A514A7}"/>
          </ac:picMkLst>
        </pc:picChg>
      </pc:sldChg>
      <pc:sldChg chg="addSp delSp modSp add replId modNotes">
        <pc:chgData name="Guest User" userId="S::urn:spo:tenantanon#5d7b49e9-50d2-40dc-bab1-14a2d903542c::" providerId="AD" clId="Web-{638A5DF4-9EA0-154F-35D3-8526380B8CAE}" dt="2026-02-19T13:21:33.920" v="781"/>
        <pc:sldMkLst>
          <pc:docMk/>
          <pc:sldMk cId="1492241990" sldId="373"/>
        </pc:sldMkLst>
        <pc:spChg chg="del">
          <ac:chgData name="Guest User" userId="S::urn:spo:tenantanon#5d7b49e9-50d2-40dc-bab1-14a2d903542c::" providerId="AD" clId="Web-{638A5DF4-9EA0-154F-35D3-8526380B8CAE}" dt="2026-02-19T12:30:12.113" v="484"/>
          <ac:spMkLst>
            <pc:docMk/>
            <pc:sldMk cId="1492241990" sldId="373"/>
            <ac:spMk id="6" creationId="{CAC2FFAF-46AC-3DB3-324E-FAAC88BAF3F3}"/>
          </ac:spMkLst>
        </pc:spChg>
        <pc:spChg chg="del">
          <ac:chgData name="Guest User" userId="S::urn:spo:tenantanon#5d7b49e9-50d2-40dc-bab1-14a2d903542c::" providerId="AD" clId="Web-{638A5DF4-9EA0-154F-35D3-8526380B8CAE}" dt="2026-02-19T12:30:12.113" v="482"/>
          <ac:spMkLst>
            <pc:docMk/>
            <pc:sldMk cId="1492241990" sldId="373"/>
            <ac:spMk id="8" creationId="{F66C4783-C87D-AFAD-F0DF-CDF10B8312C0}"/>
          </ac:spMkLst>
        </pc:spChg>
        <pc:spChg chg="del">
          <ac:chgData name="Guest User" userId="S::urn:spo:tenantanon#5d7b49e9-50d2-40dc-bab1-14a2d903542c::" providerId="AD" clId="Web-{638A5DF4-9EA0-154F-35D3-8526380B8CAE}" dt="2026-02-19T12:30:12.113" v="481"/>
          <ac:spMkLst>
            <pc:docMk/>
            <pc:sldMk cId="1492241990" sldId="373"/>
            <ac:spMk id="10" creationId="{B0111CC3-D22D-700E-2261-F65D6E7BE97D}"/>
          </ac:spMkLst>
        </pc:spChg>
        <pc:spChg chg="del">
          <ac:chgData name="Guest User" userId="S::urn:spo:tenantanon#5d7b49e9-50d2-40dc-bab1-14a2d903542c::" providerId="AD" clId="Web-{638A5DF4-9EA0-154F-35D3-8526380B8CAE}" dt="2026-02-19T12:30:12.113" v="479"/>
          <ac:spMkLst>
            <pc:docMk/>
            <pc:sldMk cId="1492241990" sldId="373"/>
            <ac:spMk id="13" creationId="{1FC4E6E9-EB23-3F03-B103-C52182D6A472}"/>
          </ac:spMkLst>
        </pc:spChg>
        <pc:spChg chg="del">
          <ac:chgData name="Guest User" userId="S::urn:spo:tenantanon#5d7b49e9-50d2-40dc-bab1-14a2d903542c::" providerId="AD" clId="Web-{638A5DF4-9EA0-154F-35D3-8526380B8CAE}" dt="2026-02-19T12:30:12.113" v="478"/>
          <ac:spMkLst>
            <pc:docMk/>
            <pc:sldMk cId="1492241990" sldId="373"/>
            <ac:spMk id="14" creationId="{04A46F3F-F659-553D-8575-A71D4010BE6F}"/>
          </ac:spMkLst>
        </pc:spChg>
        <pc:spChg chg="add mod">
          <ac:chgData name="Guest User" userId="S::urn:spo:tenantanon#5d7b49e9-50d2-40dc-bab1-14a2d903542c::" providerId="AD" clId="Web-{638A5DF4-9EA0-154F-35D3-8526380B8CAE}" dt="2026-02-19T13:07:44.294" v="530" actId="14100"/>
          <ac:spMkLst>
            <pc:docMk/>
            <pc:sldMk cId="1492241990" sldId="373"/>
            <ac:spMk id="17" creationId="{EC0A6D68-8023-409D-B26B-43E68A255761}"/>
          </ac:spMkLst>
        </pc:spChg>
        <pc:picChg chg="add mod">
          <ac:chgData name="Guest User" userId="S::urn:spo:tenantanon#5d7b49e9-50d2-40dc-bab1-14a2d903542c::" providerId="AD" clId="Web-{638A5DF4-9EA0-154F-35D3-8526380B8CAE}" dt="2026-02-19T13:12:07.378" v="547" actId="1076"/>
          <ac:picMkLst>
            <pc:docMk/>
            <pc:sldMk cId="1492241990" sldId="373"/>
            <ac:picMk id="4" creationId="{376EEC9C-4192-E848-B8BF-1D4A3E520E06}"/>
          </ac:picMkLst>
        </pc:picChg>
        <pc:picChg chg="add del mod">
          <ac:chgData name="Guest User" userId="S::urn:spo:tenantanon#5d7b49e9-50d2-40dc-bab1-14a2d903542c::" providerId="AD" clId="Web-{638A5DF4-9EA0-154F-35D3-8526380B8CAE}" dt="2026-02-19T12:32:36.128" v="488"/>
          <ac:picMkLst>
            <pc:docMk/>
            <pc:sldMk cId="1492241990" sldId="373"/>
            <ac:picMk id="4" creationId="{D83B2B6F-0E5E-60A3-1B0B-CDB214C01074}"/>
          </ac:picMkLst>
        </pc:picChg>
        <pc:picChg chg="del">
          <ac:chgData name="Guest User" userId="S::urn:spo:tenantanon#5d7b49e9-50d2-40dc-bab1-14a2d903542c::" providerId="AD" clId="Web-{638A5DF4-9EA0-154F-35D3-8526380B8CAE}" dt="2026-02-19T12:30:12.113" v="485"/>
          <ac:picMkLst>
            <pc:docMk/>
            <pc:sldMk cId="1492241990" sldId="373"/>
            <ac:picMk id="5" creationId="{8D456A88-D0E8-828F-6E80-6D58344ABA62}"/>
          </ac:picMkLst>
        </pc:picChg>
        <pc:picChg chg="add mod">
          <ac:chgData name="Guest User" userId="S::urn:spo:tenantanon#5d7b49e9-50d2-40dc-bab1-14a2d903542c::" providerId="AD" clId="Web-{638A5DF4-9EA0-154F-35D3-8526380B8CAE}" dt="2026-02-19T13:12:03.581" v="546" actId="1076"/>
          <ac:picMkLst>
            <pc:docMk/>
            <pc:sldMk cId="1492241990" sldId="373"/>
            <ac:picMk id="5" creationId="{FB8B25E3-3BD6-D6C4-2FE5-878AA8FF3DBC}"/>
          </ac:picMkLst>
        </pc:picChg>
        <pc:picChg chg="add mod">
          <ac:chgData name="Guest User" userId="S::urn:spo:tenantanon#5d7b49e9-50d2-40dc-bab1-14a2d903542c::" providerId="AD" clId="Web-{638A5DF4-9EA0-154F-35D3-8526380B8CAE}" dt="2026-02-19T13:10:25.703" v="544" actId="1076"/>
          <ac:picMkLst>
            <pc:docMk/>
            <pc:sldMk cId="1492241990" sldId="373"/>
            <ac:picMk id="6" creationId="{445FD1F2-9F61-306C-BF17-79315D0C3D69}"/>
          </ac:picMkLst>
        </pc:picChg>
        <pc:picChg chg="del">
          <ac:chgData name="Guest User" userId="S::urn:spo:tenantanon#5d7b49e9-50d2-40dc-bab1-14a2d903542c::" providerId="AD" clId="Web-{638A5DF4-9EA0-154F-35D3-8526380B8CAE}" dt="2026-02-19T12:30:12.113" v="483"/>
          <ac:picMkLst>
            <pc:docMk/>
            <pc:sldMk cId="1492241990" sldId="373"/>
            <ac:picMk id="7" creationId="{C4498211-15F7-01FA-5A20-F9739D96DF4C}"/>
          </ac:picMkLst>
        </pc:picChg>
        <pc:picChg chg="add mod modCrop">
          <ac:chgData name="Guest User" userId="S::urn:spo:tenantanon#5d7b49e9-50d2-40dc-bab1-14a2d903542c::" providerId="AD" clId="Web-{638A5DF4-9EA0-154F-35D3-8526380B8CAE}" dt="2026-02-19T13:07:44.294" v="532" actId="14100"/>
          <ac:picMkLst>
            <pc:docMk/>
            <pc:sldMk cId="1492241990" sldId="373"/>
            <ac:picMk id="9" creationId="{8B7A0A37-6BBF-6F59-ED60-488E2746E7CC}"/>
          </ac:picMkLst>
        </pc:picChg>
        <pc:picChg chg="del">
          <ac:chgData name="Guest User" userId="S::urn:spo:tenantanon#5d7b49e9-50d2-40dc-bab1-14a2d903542c::" providerId="AD" clId="Web-{638A5DF4-9EA0-154F-35D3-8526380B8CAE}" dt="2026-02-19T12:30:14.488" v="486"/>
          <ac:picMkLst>
            <pc:docMk/>
            <pc:sldMk cId="1492241990" sldId="373"/>
            <ac:picMk id="11" creationId="{593DD208-0BF3-2C82-F813-F5571A6F26CF}"/>
          </ac:picMkLst>
        </pc:picChg>
        <pc:picChg chg="del">
          <ac:chgData name="Guest User" userId="S::urn:spo:tenantanon#5d7b49e9-50d2-40dc-bab1-14a2d903542c::" providerId="AD" clId="Web-{638A5DF4-9EA0-154F-35D3-8526380B8CAE}" dt="2026-02-19T12:30:12.113" v="480"/>
          <ac:picMkLst>
            <pc:docMk/>
            <pc:sldMk cId="1492241990" sldId="373"/>
            <ac:picMk id="12" creationId="{5F6F7BA8-66F5-A710-6FF5-B986B56364B2}"/>
          </ac:picMkLst>
        </pc:picChg>
        <pc:picChg chg="add mod">
          <ac:chgData name="Guest User" userId="S::urn:spo:tenantanon#5d7b49e9-50d2-40dc-bab1-14a2d903542c::" providerId="AD" clId="Web-{638A5DF4-9EA0-154F-35D3-8526380B8CAE}" dt="2026-02-19T13:12:22.113" v="549" actId="1076"/>
          <ac:picMkLst>
            <pc:docMk/>
            <pc:sldMk cId="1492241990" sldId="373"/>
            <ac:picMk id="16" creationId="{47B6A0D1-939C-FF8E-E51D-DA4E2564CACF}"/>
          </ac:picMkLst>
        </pc:picChg>
      </pc:sldChg>
      <pc:sldMasterChg chg="addSldLayout">
        <pc:chgData name="Guest User" userId="S::urn:spo:tenantanon#5d7b49e9-50d2-40dc-bab1-14a2d903542c::" providerId="AD" clId="Web-{638A5DF4-9EA0-154F-35D3-8526380B8CAE}" dt="2026-02-19T11:34:37.218" v="10"/>
        <pc:sldMasterMkLst>
          <pc:docMk/>
          <pc:sldMasterMk cId="0" sldId="2147483648"/>
        </pc:sldMasterMkLst>
        <pc:sldLayoutChg chg="add replId">
          <pc:chgData name="Guest User" userId="S::urn:spo:tenantanon#5d7b49e9-50d2-40dc-bab1-14a2d903542c::" providerId="AD" clId="Web-{638A5DF4-9EA0-154F-35D3-8526380B8CAE}" dt="2026-02-19T11:34:37.218" v="10"/>
          <pc:sldLayoutMkLst>
            <pc:docMk/>
            <pc:sldMasterMk cId="0" sldId="2147483648"/>
            <pc:sldLayoutMk cId="2040490800" sldId="2147483725"/>
          </pc:sldLayoutMkLst>
        </pc:sldLayoutChg>
      </pc:sldMasterChg>
    </pc:docChg>
  </pc:docChgLst>
  <pc:docChgLst>
    <pc:chgData name="Gastbenutzer" userId="S::urn:spo:tenantanon#5d7b49e9-50d2-40dc-bab1-14a2d903542c::" providerId="AD" clId="Web-{8189DF2A-D83F-078E-0CB3-14337FA05D62}"/>
    <pc:docChg chg="modSld">
      <pc:chgData name="Gastbenutzer" userId="S::urn:spo:tenantanon#5d7b49e9-50d2-40dc-bab1-14a2d903542c::" providerId="AD" clId="Web-{8189DF2A-D83F-078E-0CB3-14337FA05D62}" dt="2026-02-18T13:23:01.304" v="64" actId="20577"/>
      <pc:docMkLst>
        <pc:docMk/>
      </pc:docMkLst>
      <pc:sldChg chg="modSp">
        <pc:chgData name="Gastbenutzer" userId="S::urn:spo:tenantanon#5d7b49e9-50d2-40dc-bab1-14a2d903542c::" providerId="AD" clId="Web-{8189DF2A-D83F-078E-0CB3-14337FA05D62}" dt="2026-02-18T13:23:01.304" v="64" actId="20577"/>
        <pc:sldMkLst>
          <pc:docMk/>
          <pc:sldMk cId="3558582683" sldId="360"/>
        </pc:sldMkLst>
        <pc:spChg chg="mod">
          <ac:chgData name="Gastbenutzer" userId="S::urn:spo:tenantanon#5d7b49e9-50d2-40dc-bab1-14a2d903542c::" providerId="AD" clId="Web-{8189DF2A-D83F-078E-0CB3-14337FA05D62}" dt="2026-02-18T13:23:01.304" v="64" actId="20577"/>
          <ac:spMkLst>
            <pc:docMk/>
            <pc:sldMk cId="3558582683" sldId="360"/>
            <ac:spMk id="2" creationId="{B555C327-3661-B416-373C-1BD385E4033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19/02/2026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19/02/2026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t_seg</a:t>
            </a:r>
            <a:r>
              <a:rPr lang="en-US">
                <a:latin typeface="Calibri"/>
                <a:ea typeface="Calibri"/>
                <a:cs typeface="Calibri"/>
              </a:rPr>
              <a:t> = time per pose, k = index of current pose, alpha = iteration variable for interpolation =&gt; interpolate between each pose, </a:t>
            </a:r>
            <a:r>
              <a:rPr lang="en-US" err="1">
                <a:latin typeface="Calibri"/>
                <a:ea typeface="Calibri"/>
                <a:cs typeface="Calibri"/>
              </a:rPr>
              <a:t>xd_dot</a:t>
            </a:r>
            <a:r>
              <a:rPr lang="en-US">
                <a:latin typeface="Calibri"/>
                <a:ea typeface="Calibri"/>
                <a:cs typeface="Calibri"/>
              </a:rPr>
              <a:t> = use constant velocity between poses,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28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A799-C8D0-D305-68F1-E6D536A5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31B3F1E-D246-72B0-9992-AF5264CB1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37D0CFD-B03C-B169-528A-92CBDE435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7B83CC-2735-2C72-9C4C-466E66D1C2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8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/>
              <a:t>Untert</a:t>
            </a:r>
            <a:r>
              <a:rPr lang="de-DE" sz="1800" noProof="0"/>
              <a:t>itel durch Klicken bearbeiten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/>
              <a:t>Untert</a:t>
            </a:r>
            <a:r>
              <a:rPr lang="de-DE" sz="1800" noProof="0"/>
              <a:t>itel durch Klicken bearbeiten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/>
              <a:t>Untert</a:t>
            </a:r>
            <a:r>
              <a:rPr lang="de-DE" sz="1800" noProof="0"/>
              <a:t>itel durch Klicken bearbeiten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/>
              <a:t>Untert</a:t>
            </a:r>
            <a:r>
              <a:rPr lang="de-DE" sz="1800" noProof="0"/>
              <a:t>itel durch Klicken bearbeiten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de-DE" noProof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/>
              <a:t>Untert</a:t>
            </a:r>
            <a:r>
              <a:rPr lang="de-DE" sz="1800" noProof="0"/>
              <a:t>itel durch Klicken bearbeiten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de-DE" noProof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de-DE" noProof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/>
              <a:t>Untert</a:t>
            </a:r>
            <a:r>
              <a:rPr lang="de-DE" sz="1800" noProof="0"/>
              <a:t>itel durch Klicken bearbeiten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de-DE" noProof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de-DE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/>
              <a:t>Untert</a:t>
            </a:r>
            <a:r>
              <a:rPr lang="de-DE" sz="1800" noProof="0"/>
              <a:t>itel durch Klicken bearbeiten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de-DE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/>
              <a:t>Untert</a:t>
            </a:r>
            <a:r>
              <a:rPr lang="de-DE" sz="1800" noProof="0"/>
              <a:t>itel durch Klicken bearbeiten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908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w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21" Type="http://schemas.openxmlformats.org/officeDocument/2006/relationships/image" Target="../media/image1.wmf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>
                <a:solidFill>
                  <a:schemeClr val="tx2"/>
                </a:solidFill>
                <a:latin typeface="+mn-lt"/>
              </a:rPr>
              <a:t>Chair of High-Power Converter Systems</a:t>
            </a:r>
            <a:endParaRPr lang="de-DE" sz="800" kern="120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  <p:sldLayoutId id="2147483725" r:id="rId1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media" Target="../media/media2.mp4"/><Relationship Id="rId7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23.png"/><Relationship Id="rId4" Type="http://schemas.openxmlformats.org/officeDocument/2006/relationships/video" Target="../media/media2.mp4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MSBRDM Project: Welding Robot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88" y="1484040"/>
            <a:ext cx="8508999" cy="1716360"/>
          </a:xfrm>
        </p:spPr>
        <p:txBody>
          <a:bodyPr/>
          <a:lstStyle/>
          <a:p>
            <a:r>
              <a:rPr lang="de-DE" err="1"/>
              <a:t>You</a:t>
            </a:r>
            <a:r>
              <a:rPr lang="de-DE"/>
              <a:t>-Ri Su, Pablo </a:t>
            </a:r>
            <a:r>
              <a:rPr lang="de-DE" err="1"/>
              <a:t>Eusse</a:t>
            </a:r>
            <a:r>
              <a:rPr lang="de-DE"/>
              <a:t> Martinez, Jose Antonio </a:t>
            </a:r>
            <a:r>
              <a:rPr lang="de-DE" err="1"/>
              <a:t>Botello</a:t>
            </a:r>
            <a:r>
              <a:rPr lang="de-DE"/>
              <a:t> Vazquez, Tobias Töws</a:t>
            </a:r>
          </a:p>
          <a:p>
            <a:r>
              <a:rPr lang="de-DE"/>
              <a:t>Technische Universität München</a:t>
            </a:r>
          </a:p>
          <a:p>
            <a:r>
              <a:rPr lang="de-DE"/>
              <a:t>Chair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Cognitive</a:t>
            </a:r>
            <a:r>
              <a:rPr lang="de-DE"/>
              <a:t> Systems </a:t>
            </a:r>
          </a:p>
          <a:p>
            <a:r>
              <a:rPr lang="en-US"/>
              <a:t>TUM School of Computation, Information and Technology</a:t>
            </a:r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5CCBCBC-AD8F-740C-7AB0-DB6E39696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33" y="1163360"/>
            <a:ext cx="4384260" cy="3522940"/>
          </a:xfrm>
        </p:spPr>
        <p:txBody>
          <a:bodyPr/>
          <a:lstStyle/>
          <a:p>
            <a:r>
              <a:rPr lang="de-DE" b="1">
                <a:cs typeface="Arial"/>
              </a:rPr>
              <a:t>Challenge: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err="1">
                <a:ea typeface="+mn-lt"/>
                <a:cs typeface="+mn-lt"/>
              </a:rPr>
              <a:t>Perceiving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the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trajectory</a:t>
            </a:r>
            <a:r>
              <a:rPr lang="de-DE">
                <a:ea typeface="+mn-lt"/>
                <a:cs typeface="+mn-lt"/>
              </a:rPr>
              <a:t> (</a:t>
            </a:r>
            <a:r>
              <a:rPr lang="de-DE" err="1">
                <a:ea typeface="+mn-lt"/>
                <a:cs typeface="+mn-lt"/>
              </a:rPr>
              <a:t>extracting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smoothing</a:t>
            </a:r>
            <a:r>
              <a:rPr lang="de-DE">
                <a:ea typeface="+mn-lt"/>
                <a:cs typeface="+mn-lt"/>
              </a:rPr>
              <a:t>)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err="1">
                <a:ea typeface="+mn-lt"/>
                <a:cs typeface="+mn-lt"/>
              </a:rPr>
              <a:t>Positioning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workspace</a:t>
            </a:r>
            <a:r>
              <a:rPr lang="de-DE">
                <a:ea typeface="+mn-lt"/>
                <a:cs typeface="+mn-lt"/>
              </a:rPr>
              <a:t> and </a:t>
            </a:r>
            <a:r>
              <a:rPr lang="de-DE" err="1">
                <a:ea typeface="+mn-lt"/>
                <a:cs typeface="+mn-lt"/>
              </a:rPr>
              <a:t>trajectory</a:t>
            </a:r>
            <a:endParaRPr lang="de-DE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err="1">
                <a:ea typeface="+mn-lt"/>
                <a:cs typeface="+mn-lt"/>
              </a:rPr>
              <a:t>Maintaining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orientation</a:t>
            </a:r>
            <a:endParaRPr lang="de-DE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err="1">
                <a:ea typeface="+mn-lt"/>
                <a:cs typeface="+mn-lt"/>
              </a:rPr>
              <a:t>Applying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constant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force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to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the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workpiece</a:t>
            </a:r>
            <a:r>
              <a:rPr lang="de-DE">
                <a:ea typeface="+mn-lt"/>
                <a:cs typeface="+mn-lt"/>
              </a:rPr>
              <a:t> (</a:t>
            </a:r>
            <a:r>
              <a:rPr lang="de-DE" err="1">
                <a:ea typeface="+mn-lt"/>
                <a:cs typeface="+mn-lt"/>
              </a:rPr>
              <a:t>table</a:t>
            </a:r>
            <a:r>
              <a:rPr lang="de-DE">
                <a:ea typeface="+mn-lt"/>
                <a:cs typeface="+mn-lt"/>
              </a:rPr>
              <a:t>)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err="1">
                <a:ea typeface="+mn-lt"/>
                <a:cs typeface="+mn-lt"/>
              </a:rPr>
              <a:t>Following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the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perceived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trajectory</a:t>
            </a:r>
            <a:endParaRPr lang="de-DE">
              <a:ea typeface="+mn-lt"/>
              <a:cs typeface="+mn-lt"/>
            </a:endParaRPr>
          </a:p>
          <a:p>
            <a:pPr>
              <a:lnSpc>
                <a:spcPct val="113999"/>
              </a:lnSpc>
            </a:pPr>
            <a:endParaRPr lang="de-DE">
              <a:cs typeface="Arial"/>
            </a:endParaRPr>
          </a:p>
          <a:p>
            <a:pPr>
              <a:lnSpc>
                <a:spcPct val="113999"/>
              </a:lnSpc>
            </a:pPr>
            <a:endParaRPr lang="de-DE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de-DE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68CDDE-80EB-FD55-9C98-ED68B0B017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7764AE7-CE6E-242C-0BB8-3ED3F826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Project Description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03D8555-21F4-520D-2DCF-EB6BED1B85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93600" rIns="0" bIns="0" anchor="t"/>
          <a:lstStyle/>
          <a:p>
            <a:r>
              <a:rPr lang="de-DE"/>
              <a:t>Task and Approach  </a:t>
            </a:r>
            <a:endParaRPr lang="de-DE">
              <a:cs typeface="Arial"/>
            </a:endParaRPr>
          </a:p>
        </p:txBody>
      </p:sp>
      <p:pic>
        <p:nvPicPr>
          <p:cNvPr id="16" name="Picture 15" descr="A diagram of a process&#10;&#10;AI-generated content may be incorrect.">
            <a:extLst>
              <a:ext uri="{FF2B5EF4-FFF2-40B4-BE49-F238E27FC236}">
                <a16:creationId xmlns:a16="http://schemas.microsoft.com/office/drawing/2014/main" id="{7CC4B426-0F56-BED6-1525-EE8B4AE2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93" y="1323146"/>
            <a:ext cx="3776869" cy="2497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Inhaltsplatzhalter 5">
            <a:extLst>
              <a:ext uri="{FF2B5EF4-FFF2-40B4-BE49-F238E27FC236}">
                <a16:creationId xmlns:a16="http://schemas.microsoft.com/office/drawing/2014/main" id="{6DBFB7BE-9CF0-6732-30B6-17355B41ABBD}"/>
              </a:ext>
            </a:extLst>
          </p:cNvPr>
          <p:cNvSpPr txBox="1">
            <a:spLocks/>
          </p:cNvSpPr>
          <p:nvPr/>
        </p:nvSpPr>
        <p:spPr>
          <a:xfrm>
            <a:off x="4697693" y="1163360"/>
            <a:ext cx="4384260" cy="352294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3999"/>
              </a:lnSpc>
            </a:pPr>
            <a:r>
              <a:rPr lang="en-US" b="1">
                <a:cs typeface="Arial"/>
              </a:rPr>
              <a:t>Approach:</a:t>
            </a:r>
          </a:p>
          <a:p>
            <a:pPr>
              <a:lnSpc>
                <a:spcPct val="113999"/>
              </a:lnSpc>
            </a:pPr>
            <a:endParaRPr lang="en-US">
              <a:cs typeface="Arial"/>
            </a:endParaRPr>
          </a:p>
          <a:p>
            <a:pPr>
              <a:lnSpc>
                <a:spcPct val="113999"/>
              </a:lnSpc>
            </a:pPr>
            <a:endParaRPr lang="en-US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en-US">
              <a:cs typeface="Arial"/>
            </a:endParaRPr>
          </a:p>
        </p:txBody>
      </p:sp>
      <p:pic>
        <p:nvPicPr>
          <p:cNvPr id="2" name="Picture 1" descr="A robotic arm holding a piece of metal&#10;&#10;AI-generated content may be incorrect.">
            <a:extLst>
              <a:ext uri="{FF2B5EF4-FFF2-40B4-BE49-F238E27FC236}">
                <a16:creationId xmlns:a16="http://schemas.microsoft.com/office/drawing/2014/main" id="{6A5FFF4B-712D-DE99-5FAC-AE029D57F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36" y="2867025"/>
            <a:ext cx="2948354" cy="165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65364-8E1E-671E-1163-D94E4D6D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BE14BD-1C3E-4EE7-0BF1-B61AE989E9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8E597E2-4DB9-197F-4733-9D5EADF3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Perception</a:t>
            </a:r>
            <a:r>
              <a:rPr lang="de-DE"/>
              <a:t> Module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9440BAD-2D4E-60B0-15C3-458C458A0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err="1"/>
              <a:t>Detecting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trajectory</a:t>
            </a:r>
            <a:endParaRPr lang="de-DE"/>
          </a:p>
        </p:txBody>
      </p:sp>
      <p:pic>
        <p:nvPicPr>
          <p:cNvPr id="3" name="Picture 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914F34FA-37DB-05B3-1D93-B064139FF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1" y="1006345"/>
            <a:ext cx="5995092" cy="39948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600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1A71B-E190-2EF2-126E-1BCCE9949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DB1D-78E7-8B2B-04CD-17B99727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Trajectory Generation 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24472-2DDE-3514-BD4A-8B6B021D2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7A0A37-6BBF-6F59-ED60-488E2746E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36" t="18395" r="22494" b="11569"/>
          <a:stretch>
            <a:fillRect/>
          </a:stretch>
        </p:blipFill>
        <p:spPr>
          <a:xfrm>
            <a:off x="539245" y="807927"/>
            <a:ext cx="6166775" cy="4053203"/>
          </a:xfrm>
          <a:prstGeom prst="rect">
            <a:avLst/>
          </a:prstGeom>
        </p:spPr>
      </p:pic>
      <p:pic>
        <p:nvPicPr>
          <p:cNvPr id="16" name="Picture 1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7B6A0D1-939C-FF8E-E51D-DA4E2564C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342" y="3351110"/>
            <a:ext cx="1250296" cy="3577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C0A6D68-8023-409D-B26B-43E68A255761}"/>
              </a:ext>
            </a:extLst>
          </p:cNvPr>
          <p:cNvSpPr/>
          <p:nvPr/>
        </p:nvSpPr>
        <p:spPr>
          <a:xfrm>
            <a:off x="2699989" y="4072982"/>
            <a:ext cx="1562563" cy="405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EEC9C-4192-E848-B8BF-1D4A3E520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163" y="3415811"/>
            <a:ext cx="820616" cy="2388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B8B25E3-3BD6-D6C4-2FE5-878AA8FF3D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640" y="3352067"/>
            <a:ext cx="1094643" cy="3516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45FD1F2-9F61-306C-BF17-79315D0C3D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2123" y="1919286"/>
            <a:ext cx="3393831" cy="41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4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0B658-4B5D-0EE2-0B6E-21586F17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6B9BF-7CF1-8AEF-1E36-3F3AB9EA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Admittance Controller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958033-F11D-05D0-9D8A-C14EF725C1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2" name="Picture 1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04F7BF13-79B1-C168-17C6-82A99F22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239" y="1428017"/>
            <a:ext cx="5400675" cy="514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C84AA3-70FF-B9CD-07E7-D38B26EC3F4C}"/>
              </a:ext>
            </a:extLst>
          </p:cNvPr>
          <p:cNvSpPr txBox="1"/>
          <p:nvPr/>
        </p:nvSpPr>
        <p:spPr>
          <a:xfrm>
            <a:off x="315237" y="2404302"/>
            <a:ext cx="8511024" cy="17345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Calibri"/>
                <a:ea typeface="Calibri"/>
                <a:cs typeface="Calibri"/>
              </a:rPr>
              <a:t>Model End Effector as a mass in a gravitation field. </a:t>
            </a:r>
            <a:endParaRPr lang="en-US">
              <a:ea typeface="Calibri"/>
            </a:endParaRPr>
          </a:p>
          <a:p>
            <a:pPr algn="ctr"/>
            <a:r>
              <a:rPr lang="en-US" sz="2400">
                <a:latin typeface="Calibri"/>
                <a:ea typeface="Calibri"/>
                <a:cs typeface="Calibri"/>
              </a:rPr>
              <a:t>Avoids excessive force coming from displacement of spring system.</a:t>
            </a:r>
            <a:endParaRPr lang="en-US"/>
          </a:p>
          <a:p>
            <a:pPr algn="ctr"/>
            <a:r>
              <a:rPr lang="en-US" sz="2400">
                <a:latin typeface="Calibri"/>
                <a:ea typeface="Calibri"/>
                <a:cs typeface="Calibri"/>
              </a:rPr>
              <a:t>We had to adjust to sensor noise by taking the absolute value of the z-axis forces</a:t>
            </a:r>
            <a:endParaRPr lang="en-US"/>
          </a:p>
          <a:p>
            <a:pPr algn="l">
              <a:lnSpc>
                <a:spcPct val="113999"/>
              </a:lnSpc>
            </a:pPr>
            <a:endParaRPr lang="en-US" sz="16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990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6701-5269-24DA-813D-A46B5C6C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A0BC1BC-A3A5-23CA-C0E4-CC54DA7C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Joint Controller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0DBA2D-8DD7-C40F-F0FA-6277A331E2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00080-9E03-0423-568A-59599484B8F4}"/>
              </a:ext>
            </a:extLst>
          </p:cNvPr>
          <p:cNvSpPr txBox="1"/>
          <p:nvPr/>
        </p:nvSpPr>
        <p:spPr>
          <a:xfrm>
            <a:off x="2675549" y="1363417"/>
            <a:ext cx="3886198" cy="2572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>
                <a:latin typeface="+mn-lt"/>
                <a:cs typeface="Arial"/>
              </a:rPr>
              <a:t>PD Joint Controller with regularization:</a:t>
            </a:r>
            <a:endParaRPr lang="en-US" sz="1600" err="1">
              <a:latin typeface="+mn-lt"/>
            </a:endParaRPr>
          </a:p>
        </p:txBody>
      </p:sp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AAA75768-5346-A81F-CFE9-8C3300BB8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012" y="2428507"/>
            <a:ext cx="2489689" cy="784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A949C03-4094-62AB-EA79-4137EA2B9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806" y="1719628"/>
            <a:ext cx="2938098" cy="7151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8786BF7-3BB2-E65D-8AF0-A14AB1B36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763" y="3292475"/>
            <a:ext cx="3554413" cy="2571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4342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C6B2-7AB3-87D3-C9DE-5C80B265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54FC0A-ECA9-4F41-BEE2-96DD6D50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Cartesian Controller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C49D6C-019E-3BAA-7E14-765C0B07F7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2" name="Picture 1" descr="A math equations and symbols&#10;&#10;AI-generated content may be incorrect.">
            <a:extLst>
              <a:ext uri="{FF2B5EF4-FFF2-40B4-BE49-F238E27FC236}">
                <a16:creationId xmlns:a16="http://schemas.microsoft.com/office/drawing/2014/main" id="{801DBF02-8BFF-E0A1-FA73-FC0372E48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56" y="952499"/>
            <a:ext cx="5613889" cy="18903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F74BD0-76AA-68D8-379F-3D60536CFF17}"/>
              </a:ext>
            </a:extLst>
          </p:cNvPr>
          <p:cNvSpPr txBox="1"/>
          <p:nvPr/>
        </p:nvSpPr>
        <p:spPr>
          <a:xfrm>
            <a:off x="923371" y="3063726"/>
            <a:ext cx="7293683" cy="9959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i="1">
                <a:latin typeface="Calibri"/>
                <a:ea typeface="Calibri"/>
                <a:cs typeface="Calibri"/>
              </a:rPr>
              <a:t>Use the first three columns of the translational </a:t>
            </a:r>
            <a:r>
              <a:rPr lang="en-US" sz="2400" i="1" err="1">
                <a:latin typeface="Calibri"/>
                <a:ea typeface="Calibri"/>
                <a:cs typeface="Calibri"/>
              </a:rPr>
              <a:t>jacobian</a:t>
            </a:r>
            <a:r>
              <a:rPr lang="en-US" sz="2400" i="1">
                <a:latin typeface="Calibri"/>
                <a:ea typeface="Calibri"/>
                <a:cs typeface="Calibri"/>
              </a:rPr>
              <a:t> for references in joint space.</a:t>
            </a:r>
            <a:endParaRPr lang="en-US"/>
          </a:p>
          <a:p>
            <a:pPr algn="l">
              <a:lnSpc>
                <a:spcPct val="113999"/>
              </a:lnSpc>
            </a:pPr>
            <a:endParaRPr lang="en-US" sz="16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298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411458-3A30-A173-4FF0-898F9361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Orientation Controller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4D5749-2ED9-0492-DB7A-1F30338861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FC1E85-BA35-9D7B-24CC-6F4CA360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21" y="1052513"/>
            <a:ext cx="6686550" cy="3038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8311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4C47-F521-AA8A-3A21-C2B38AD5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Controller Structure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A03745-36B7-BCD6-0F5E-C2A84BAB73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5" name="Picture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1C94088A-42C0-DA4C-FBDA-C6389039A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93" y="1960821"/>
            <a:ext cx="6528290" cy="2892753"/>
          </a:xfrm>
          <a:prstGeom prst="rect">
            <a:avLst/>
          </a:prstGeom>
        </p:spPr>
      </p:pic>
      <p:pic>
        <p:nvPicPr>
          <p:cNvPr id="6" name="Picture 5" descr="A close-up of a sign&#10;&#10;AI-generated content may be incorrect.">
            <a:extLst>
              <a:ext uri="{FF2B5EF4-FFF2-40B4-BE49-F238E27FC236}">
                <a16:creationId xmlns:a16="http://schemas.microsoft.com/office/drawing/2014/main" id="{5EFDD62D-BBC6-CE2B-7BBF-420A6824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20" y="1000124"/>
            <a:ext cx="6356106" cy="74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02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4EBBED-4C73-5EBD-B875-9E8DB5886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37D3B1-23D7-850E-F2ED-E449FEFAB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Videos</a:t>
            </a:r>
            <a:endParaRPr lang="en-US"/>
          </a:p>
        </p:txBody>
      </p:sp>
      <p:pic>
        <p:nvPicPr>
          <p:cNvPr id="2" name="WhatsApp Video 2026-02-18 at 14.09.08">
            <a:hlinkClick r:id="" action="ppaction://media"/>
            <a:extLst>
              <a:ext uri="{FF2B5EF4-FFF2-40B4-BE49-F238E27FC236}">
                <a16:creationId xmlns:a16="http://schemas.microsoft.com/office/drawing/2014/main" id="{9DC5C2B2-BBEF-5FC2-FED9-4351964B80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818097" y="1041579"/>
            <a:ext cx="2108916" cy="3768681"/>
          </a:xfrm>
          <a:prstGeom prst="rect">
            <a:avLst/>
          </a:prstGeom>
        </p:spPr>
      </p:pic>
      <p:pic>
        <p:nvPicPr>
          <p:cNvPr id="5" name="WhatsApp Video 2026-02-18 at 14.08.34">
            <a:hlinkClick r:id="" action="ppaction://media"/>
            <a:extLst>
              <a:ext uri="{FF2B5EF4-FFF2-40B4-BE49-F238E27FC236}">
                <a16:creationId xmlns:a16="http://schemas.microsoft.com/office/drawing/2014/main" id="{9F15D135-F2B2-6CEA-89D3-E2D91F5D2C5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01947" y="1041579"/>
            <a:ext cx="2115042" cy="3768681"/>
          </a:xfrm>
          <a:prstGeom prst="rect">
            <a:avLst/>
          </a:prstGeom>
        </p:spPr>
      </p:pic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B410D011-8F8F-626B-EFA0-118A015E4F30}"/>
              </a:ext>
            </a:extLst>
          </p:cNvPr>
          <p:cNvSpPr txBox="1">
            <a:spLocks/>
          </p:cNvSpPr>
          <p:nvPr/>
        </p:nvSpPr>
        <p:spPr>
          <a:xfrm>
            <a:off x="1101947" y="666221"/>
            <a:ext cx="2036651" cy="321410"/>
          </a:xfrm>
          <a:prstGeom prst="rect">
            <a:avLst/>
          </a:prstGeom>
        </p:spPr>
        <p:txBody>
          <a:bodyPr lIns="0" tIns="93600" rIns="0" bIns="0" anchor="t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21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6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2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Simple </a:t>
            </a:r>
            <a:r>
              <a:rPr lang="de-DE" err="1"/>
              <a:t>line</a:t>
            </a:r>
            <a:endParaRPr lang="de-DE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70A1F9A0-2EB0-E688-5709-D0559C4B3F22}"/>
              </a:ext>
            </a:extLst>
          </p:cNvPr>
          <p:cNvSpPr txBox="1">
            <a:spLocks/>
          </p:cNvSpPr>
          <p:nvPr/>
        </p:nvSpPr>
        <p:spPr>
          <a:xfrm>
            <a:off x="3818097" y="650123"/>
            <a:ext cx="8508999" cy="321410"/>
          </a:xfrm>
          <a:prstGeom prst="rect">
            <a:avLst/>
          </a:prstGeom>
        </p:spPr>
        <p:txBody>
          <a:bodyPr lIns="0" tIns="93600" rIns="0" bIns="0" anchor="t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21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6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2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err="1"/>
              <a:t>Curves</a:t>
            </a:r>
            <a:endParaRPr lang="de-DE"/>
          </a:p>
        </p:txBody>
      </p:sp>
      <p:pic>
        <p:nvPicPr>
          <p:cNvPr id="14" name="무제 2">
            <a:hlinkClick r:id="" action="ppaction://media"/>
            <a:extLst>
              <a:ext uri="{FF2B5EF4-FFF2-40B4-BE49-F238E27FC236}">
                <a16:creationId xmlns:a16="http://schemas.microsoft.com/office/drawing/2014/main" id="{EADA417E-BC97-47D6-849D-005B9A22D661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005404" y="1041579"/>
            <a:ext cx="2101853" cy="376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3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78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76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4942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>
                <p:cTn id="2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1B32-4778-D770-BB03-D379B069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36F155-773D-4DCB-B8B5-F0E81DD8C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32" y="852147"/>
            <a:ext cx="8508999" cy="3834153"/>
          </a:xfrm>
        </p:spPr>
        <p:txBody>
          <a:bodyPr/>
          <a:lstStyle/>
          <a:p>
            <a:r>
              <a:rPr lang="de-DE" sz="1200" b="1" err="1">
                <a:cs typeface="Arial"/>
              </a:rPr>
              <a:t>Perception</a:t>
            </a:r>
            <a:r>
              <a:rPr lang="de-DE" sz="1200" b="1">
                <a:cs typeface="Arial"/>
              </a:rPr>
              <a:t>: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sz="1100" err="1">
                <a:ea typeface="+mn-lt"/>
                <a:cs typeface="+mn-lt"/>
              </a:rPr>
              <a:t>Trajectory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tracking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inside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workspace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using</a:t>
            </a:r>
            <a:r>
              <a:rPr lang="de-DE" sz="1100">
                <a:ea typeface="+mn-lt"/>
                <a:cs typeface="+mn-lt"/>
              </a:rPr>
              <a:t> a </a:t>
            </a:r>
            <a:r>
              <a:rPr lang="de-DE" sz="1100" err="1">
                <a:ea typeface="+mn-lt"/>
                <a:cs typeface="+mn-lt"/>
              </a:rPr>
              <a:t>phone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camera</a:t>
            </a:r>
            <a:endParaRPr lang="de-DE" sz="1100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sz="1100" err="1">
                <a:ea typeface="+mn-lt"/>
                <a:cs typeface="+mn-lt"/>
              </a:rPr>
              <a:t>Estimation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of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Camera</a:t>
            </a:r>
            <a:r>
              <a:rPr lang="de-DE" sz="1100">
                <a:ea typeface="+mn-lt"/>
                <a:cs typeface="+mn-lt"/>
              </a:rPr>
              <a:t>-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-World and World-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-Workspace </a:t>
            </a:r>
            <a:r>
              <a:rPr lang="de-DE" sz="1100" err="1">
                <a:ea typeface="+mn-lt"/>
                <a:cs typeface="+mn-lt"/>
              </a:rPr>
              <a:t>transformations</a:t>
            </a:r>
            <a:r>
              <a:rPr lang="de-DE" sz="1100">
                <a:ea typeface="+mn-lt"/>
                <a:cs typeface="+mn-lt"/>
              </a:rPr>
              <a:t> (not </a:t>
            </a:r>
            <a:r>
              <a:rPr lang="de-DE" sz="1100" err="1">
                <a:ea typeface="+mn-lt"/>
                <a:cs typeface="+mn-lt"/>
              </a:rPr>
              <a:t>actively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used</a:t>
            </a:r>
            <a:r>
              <a:rPr lang="de-DE" sz="1100">
                <a:ea typeface="+mn-lt"/>
                <a:cs typeface="+mn-lt"/>
              </a:rPr>
              <a:t>)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de-DE" sz="1200">
              <a:cs typeface="Arial"/>
            </a:endParaRPr>
          </a:p>
          <a:p>
            <a:pPr>
              <a:lnSpc>
                <a:spcPct val="113999"/>
              </a:lnSpc>
            </a:pPr>
            <a:r>
              <a:rPr lang="de-DE" sz="1200" b="1" err="1">
                <a:cs typeface="Arial"/>
              </a:rPr>
              <a:t>Planning</a:t>
            </a:r>
            <a:r>
              <a:rPr lang="de-DE" sz="1200">
                <a:cs typeface="Arial"/>
              </a:rPr>
              <a:t>:</a:t>
            </a: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>
                <a:ea typeface="+mn-lt"/>
                <a:cs typeface="+mn-lt"/>
              </a:rPr>
              <a:t>Joint </a:t>
            </a:r>
            <a:r>
              <a:rPr lang="de-DE" sz="1100" err="1">
                <a:ea typeface="+mn-lt"/>
                <a:cs typeface="+mn-lt"/>
              </a:rPr>
              <a:t>control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reach</a:t>
            </a:r>
            <a:r>
              <a:rPr lang="de-DE" sz="1100">
                <a:ea typeface="+mn-lt"/>
                <a:cs typeface="+mn-lt"/>
              </a:rPr>
              <a:t> a non-singular </a:t>
            </a:r>
            <a:r>
              <a:rPr lang="de-DE" sz="1100" err="1">
                <a:ea typeface="+mn-lt"/>
                <a:cs typeface="+mn-lt"/>
              </a:rPr>
              <a:t>configuration</a:t>
            </a:r>
            <a:r>
              <a:rPr lang="de-DE" sz="1100">
                <a:ea typeface="+mn-lt"/>
                <a:cs typeface="+mn-lt"/>
              </a:rPr>
              <a:t>, </a:t>
            </a:r>
            <a:r>
              <a:rPr lang="de-DE" sz="1100" err="1">
                <a:ea typeface="+mn-lt"/>
                <a:cs typeface="+mn-lt"/>
              </a:rPr>
              <a:t>followed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by</a:t>
            </a:r>
            <a:r>
              <a:rPr lang="de-DE" sz="1100">
                <a:ea typeface="+mn-lt"/>
                <a:cs typeface="+mn-lt"/>
              </a:rPr>
              <a:t> linear </a:t>
            </a:r>
            <a:r>
              <a:rPr lang="de-DE" sz="1100" err="1">
                <a:ea typeface="+mn-lt"/>
                <a:cs typeface="+mn-lt"/>
              </a:rPr>
              <a:t>motion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first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waypoint</a:t>
            </a:r>
            <a:r>
              <a:rPr lang="de-DE" sz="1100">
                <a:ea typeface="+mn-lt"/>
                <a:cs typeface="+mn-lt"/>
              </a:rPr>
              <a:t>, </a:t>
            </a:r>
            <a:r>
              <a:rPr lang="de-DE" sz="1100" err="1">
                <a:ea typeface="+mn-lt"/>
                <a:cs typeface="+mn-lt"/>
              </a:rPr>
              <a:t>then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interpolation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between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each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perceived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pose</a:t>
            </a:r>
            <a:endParaRPr lang="de-DE" sz="1100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de-DE" sz="1200">
              <a:cs typeface="Arial"/>
            </a:endParaRPr>
          </a:p>
          <a:p>
            <a:pPr>
              <a:lnSpc>
                <a:spcPct val="113999"/>
              </a:lnSpc>
            </a:pPr>
            <a:r>
              <a:rPr lang="de-DE" sz="1200" b="1">
                <a:cs typeface="Arial"/>
              </a:rPr>
              <a:t>Control: 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sz="1100">
                <a:ea typeface="+mn-lt"/>
                <a:cs typeface="+mn-lt"/>
              </a:rPr>
              <a:t>All </a:t>
            </a:r>
            <a:r>
              <a:rPr lang="de-DE" sz="1100" err="1">
                <a:ea typeface="+mn-lt"/>
                <a:cs typeface="+mn-lt"/>
              </a:rPr>
              <a:t>controllers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operate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relatively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stably</a:t>
            </a:r>
            <a:endParaRPr lang="de-DE" sz="1100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sz="1100">
                <a:ea typeface="+mn-lt"/>
                <a:cs typeface="+mn-lt"/>
              </a:rPr>
              <a:t>Orientation </a:t>
            </a:r>
            <a:r>
              <a:rPr lang="de-DE" sz="1100" err="1">
                <a:ea typeface="+mn-lt"/>
                <a:cs typeface="+mn-lt"/>
              </a:rPr>
              <a:t>control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achieved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by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using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first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four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joints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control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X- and Y-</a:t>
            </a:r>
            <a:r>
              <a:rPr lang="de-DE" sz="1100" err="1">
                <a:ea typeface="+mn-lt"/>
                <a:cs typeface="+mn-lt"/>
              </a:rPr>
              <a:t>axes</a:t>
            </a:r>
            <a:r>
              <a:rPr lang="de-DE" sz="1100">
                <a:ea typeface="+mn-lt"/>
                <a:cs typeface="+mn-lt"/>
              </a:rPr>
              <a:t>, </a:t>
            </a:r>
            <a:r>
              <a:rPr lang="de-DE" sz="1100" err="1">
                <a:ea typeface="+mn-lt"/>
                <a:cs typeface="+mn-lt"/>
              </a:rPr>
              <a:t>while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using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joint</a:t>
            </a:r>
            <a:r>
              <a:rPr lang="de-DE" sz="1100">
                <a:ea typeface="+mn-lt"/>
                <a:cs typeface="+mn-lt"/>
              </a:rPr>
              <a:t> 5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keep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end-</a:t>
            </a:r>
            <a:r>
              <a:rPr lang="de-DE" sz="1100" err="1">
                <a:ea typeface="+mn-lt"/>
                <a:cs typeface="+mn-lt"/>
              </a:rPr>
              <a:t>effector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orientation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constant</a:t>
            </a:r>
            <a:r>
              <a:rPr lang="de-DE" sz="1100">
                <a:ea typeface="+mn-lt"/>
                <a:cs typeface="+mn-lt"/>
              </a:rPr>
              <a:t> and </a:t>
            </a:r>
            <a:r>
              <a:rPr lang="de-DE" sz="1100" err="1">
                <a:ea typeface="+mn-lt"/>
                <a:cs typeface="+mn-lt"/>
              </a:rPr>
              <a:t>keeping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joint</a:t>
            </a:r>
            <a:r>
              <a:rPr lang="de-DE" sz="1100">
                <a:ea typeface="+mn-lt"/>
                <a:cs typeface="+mn-lt"/>
              </a:rPr>
              <a:t> 6 </a:t>
            </a:r>
            <a:r>
              <a:rPr lang="de-DE" sz="1100" err="1">
                <a:ea typeface="+mn-lt"/>
                <a:cs typeface="+mn-lt"/>
              </a:rPr>
              <a:t>fixed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with</a:t>
            </a:r>
            <a:r>
              <a:rPr lang="de-DE" sz="1100">
                <a:ea typeface="+mn-lt"/>
                <a:cs typeface="+mn-lt"/>
              </a:rPr>
              <a:t> a 90° </a:t>
            </a:r>
            <a:r>
              <a:rPr lang="de-DE" sz="1100" err="1">
                <a:ea typeface="+mn-lt"/>
                <a:cs typeface="+mn-lt"/>
              </a:rPr>
              <a:t>offset</a:t>
            </a:r>
            <a:r>
              <a:rPr lang="de-DE" sz="1100">
                <a:ea typeface="+mn-lt"/>
                <a:cs typeface="+mn-lt"/>
              </a:rPr>
              <a:t> relative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joint</a:t>
            </a:r>
            <a:r>
              <a:rPr lang="de-DE" sz="1100">
                <a:ea typeface="+mn-lt"/>
                <a:cs typeface="+mn-lt"/>
              </a:rPr>
              <a:t> 5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sz="1100">
                <a:ea typeface="+mn-lt"/>
                <a:cs typeface="+mn-lt"/>
              </a:rPr>
              <a:t>Z-</a:t>
            </a:r>
            <a:r>
              <a:rPr lang="de-DE" sz="1100" err="1">
                <a:ea typeface="+mn-lt"/>
                <a:cs typeface="+mn-lt"/>
              </a:rPr>
              <a:t>axis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control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implemented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using</a:t>
            </a:r>
            <a:r>
              <a:rPr lang="de-DE" sz="1100">
                <a:ea typeface="+mn-lt"/>
                <a:cs typeface="+mn-lt"/>
              </a:rPr>
              <a:t> an </a:t>
            </a:r>
            <a:r>
              <a:rPr lang="de-DE" sz="1100" err="1">
                <a:ea typeface="+mn-lt"/>
                <a:cs typeface="+mn-lt"/>
              </a:rPr>
              <a:t>admittance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controller</a:t>
            </a:r>
            <a:endParaRPr lang="de-DE" sz="1100">
              <a:ea typeface="+mn-lt"/>
              <a:cs typeface="+mn-lt"/>
            </a:endParaRPr>
          </a:p>
          <a:p>
            <a:pPr>
              <a:lnSpc>
                <a:spcPct val="113999"/>
              </a:lnSpc>
            </a:pPr>
            <a:endParaRPr lang="de-DE" sz="120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88AE7F-9299-5D92-29AD-7B572A46C8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E1B7F41-DBC5-C5D3-1EF1-86573CC5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cs typeface="Arial"/>
              </a:rPr>
              <a:t>Results</a:t>
            </a:r>
            <a:r>
              <a:rPr lang="de-DE"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4746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BBC3-F3D6-10F0-D6CF-770D87D6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788C11-C65C-EE86-C69F-64EF9E872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32" y="852147"/>
            <a:ext cx="8508999" cy="3834153"/>
          </a:xfrm>
        </p:spPr>
        <p:txBody>
          <a:bodyPr/>
          <a:lstStyle/>
          <a:p>
            <a:r>
              <a:rPr lang="de-DE" sz="1200" b="1" err="1">
                <a:cs typeface="Arial"/>
              </a:rPr>
              <a:t>Perception</a:t>
            </a:r>
            <a:r>
              <a:rPr lang="de-DE" sz="1200" b="1">
                <a:cs typeface="Arial"/>
              </a:rPr>
              <a:t>: </a:t>
            </a: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>
                <a:ea typeface="+mn-lt"/>
                <a:cs typeface="+mn-lt"/>
              </a:rPr>
              <a:t>The </a:t>
            </a:r>
            <a:r>
              <a:rPr lang="de-DE" sz="1100" err="1">
                <a:ea typeface="+mn-lt"/>
                <a:cs typeface="+mn-lt"/>
              </a:rPr>
              <a:t>trajectory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detected</a:t>
            </a:r>
            <a:r>
              <a:rPr lang="de-DE" sz="1100">
                <a:ea typeface="+mn-lt"/>
                <a:cs typeface="+mn-lt"/>
              </a:rPr>
              <a:t> in </a:t>
            </a:r>
            <a:r>
              <a:rPr lang="de-DE" sz="1100" err="1">
                <a:ea typeface="+mn-lt"/>
                <a:cs typeface="+mn-lt"/>
              </a:rPr>
              <a:t>pixel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space</a:t>
            </a:r>
            <a:r>
              <a:rPr lang="de-DE" sz="1100">
                <a:ea typeface="+mn-lt"/>
                <a:cs typeface="+mn-lt"/>
              </a:rPr>
              <a:t> and </a:t>
            </a:r>
            <a:r>
              <a:rPr lang="de-DE" sz="1100" err="1">
                <a:ea typeface="+mn-lt"/>
                <a:cs typeface="+mn-lt"/>
              </a:rPr>
              <a:t>must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be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smoothed</a:t>
            </a:r>
            <a:r>
              <a:rPr lang="de-DE" sz="1100">
                <a:ea typeface="+mn-lt"/>
                <a:cs typeface="+mn-lt"/>
              </a:rPr>
              <a:t>;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centerline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used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as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trajectory</a:t>
            </a:r>
            <a:endParaRPr lang="de-DE" sz="1100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 err="1">
                <a:ea typeface="+mn-lt"/>
                <a:cs typeface="+mn-lt"/>
              </a:rPr>
              <a:t>Camera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quality</a:t>
            </a:r>
            <a:r>
              <a:rPr lang="de-DE" sz="1100">
                <a:ea typeface="+mn-lt"/>
                <a:cs typeface="+mn-lt"/>
              </a:rPr>
              <a:t> and </a:t>
            </a:r>
            <a:r>
              <a:rPr lang="de-DE" sz="1100" err="1">
                <a:ea typeface="+mn-lt"/>
                <a:cs typeface="+mn-lt"/>
              </a:rPr>
              <a:t>lighting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conditions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affect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trajectory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detection</a:t>
            </a:r>
            <a:r>
              <a:rPr lang="de-DE" sz="1100">
                <a:ea typeface="+mn-lt"/>
                <a:cs typeface="+mn-lt"/>
              </a:rPr>
              <a:t> → </a:t>
            </a:r>
            <a:r>
              <a:rPr lang="de-DE" sz="1100" err="1">
                <a:ea typeface="+mn-lt"/>
                <a:cs typeface="+mn-lt"/>
              </a:rPr>
              <a:t>improved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through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camera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intrinsic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calibration</a:t>
            </a:r>
            <a:r>
              <a:rPr lang="de-DE" sz="1100">
                <a:ea typeface="+mn-lt"/>
                <a:cs typeface="+mn-lt"/>
              </a:rPr>
              <a:t> and </a:t>
            </a:r>
            <a:r>
              <a:rPr lang="de-DE" sz="1100" err="1">
                <a:ea typeface="+mn-lt"/>
                <a:cs typeface="+mn-lt"/>
              </a:rPr>
              <a:t>color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tuning</a:t>
            </a:r>
            <a:endParaRPr lang="de-DE" sz="1100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>
                <a:ea typeface="+mn-lt"/>
                <a:cs typeface="+mn-lt"/>
              </a:rPr>
              <a:t>A </a:t>
            </a:r>
            <a:r>
              <a:rPr lang="de-DE" sz="1100" err="1">
                <a:ea typeface="+mn-lt"/>
                <a:cs typeface="+mn-lt"/>
              </a:rPr>
              <a:t>defined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workspace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used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filter</a:t>
            </a:r>
            <a:r>
              <a:rPr lang="de-DE" sz="1100">
                <a:ea typeface="+mn-lt"/>
                <a:cs typeface="+mn-lt"/>
              </a:rPr>
              <a:t> out irrelevant </a:t>
            </a:r>
            <a:r>
              <a:rPr lang="de-DE" sz="1100" err="1">
                <a:ea typeface="+mn-lt"/>
                <a:cs typeface="+mn-lt"/>
              </a:rPr>
              <a:t>detections</a:t>
            </a:r>
            <a:r>
              <a:rPr lang="de-DE" sz="1100">
                <a:ea typeface="+mn-lt"/>
                <a:cs typeface="+mn-lt"/>
              </a:rPr>
              <a:t> and publish </a:t>
            </a:r>
            <a:r>
              <a:rPr lang="de-DE" sz="1100" err="1">
                <a:ea typeface="+mn-lt"/>
                <a:cs typeface="+mn-lt"/>
              </a:rPr>
              <a:t>only</a:t>
            </a:r>
            <a:r>
              <a:rPr lang="de-DE" sz="1100">
                <a:ea typeface="+mn-lt"/>
                <a:cs typeface="+mn-lt"/>
              </a:rPr>
              <a:t> valid </a:t>
            </a:r>
            <a:r>
              <a:rPr lang="de-DE" sz="1100" err="1">
                <a:ea typeface="+mn-lt"/>
                <a:cs typeface="+mn-lt"/>
              </a:rPr>
              <a:t>trajectory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data</a:t>
            </a:r>
            <a:endParaRPr lang="de-DE" sz="1100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 err="1">
                <a:ea typeface="+mn-lt"/>
                <a:cs typeface="+mn-lt"/>
              </a:rPr>
              <a:t>Camera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quality</a:t>
            </a:r>
            <a:r>
              <a:rPr lang="de-DE" sz="1100">
                <a:ea typeface="+mn-lt"/>
                <a:cs typeface="+mn-lt"/>
              </a:rPr>
              <a:t> also </a:t>
            </a:r>
            <a:r>
              <a:rPr lang="de-DE" sz="1100" err="1">
                <a:ea typeface="+mn-lt"/>
                <a:cs typeface="+mn-lt"/>
              </a:rPr>
              <a:t>affects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positioning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of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robot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base</a:t>
            </a:r>
            <a:r>
              <a:rPr lang="de-DE" sz="1100">
                <a:ea typeface="+mn-lt"/>
                <a:cs typeface="+mn-lt"/>
              </a:rPr>
              <a:t> and </a:t>
            </a:r>
            <a:r>
              <a:rPr lang="de-DE" sz="1100" err="1">
                <a:ea typeface="+mn-lt"/>
                <a:cs typeface="+mn-lt"/>
              </a:rPr>
              <a:t>workspace</a:t>
            </a:r>
            <a:r>
              <a:rPr lang="de-DE" sz="1100">
                <a:ea typeface="+mn-lt"/>
                <a:cs typeface="+mn-lt"/>
              </a:rPr>
              <a:t> → </a:t>
            </a:r>
            <a:r>
              <a:rPr lang="de-DE" sz="1100" err="1">
                <a:ea typeface="+mn-lt"/>
                <a:cs typeface="+mn-lt"/>
              </a:rPr>
              <a:t>therefore</a:t>
            </a:r>
            <a:r>
              <a:rPr lang="de-DE" sz="1100">
                <a:ea typeface="+mn-lt"/>
                <a:cs typeface="+mn-lt"/>
              </a:rPr>
              <a:t>,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robot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base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hard-coded</a:t>
            </a:r>
            <a:r>
              <a:rPr lang="de-DE" sz="1100">
                <a:ea typeface="+mn-lt"/>
                <a:cs typeface="+mn-lt"/>
              </a:rPr>
              <a:t> relative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workspace</a:t>
            </a:r>
            <a:endParaRPr lang="de-DE" sz="1100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de-DE" sz="1200">
              <a:cs typeface="Arial"/>
            </a:endParaRPr>
          </a:p>
          <a:p>
            <a:pPr>
              <a:lnSpc>
                <a:spcPct val="113999"/>
              </a:lnSpc>
            </a:pPr>
            <a:r>
              <a:rPr lang="de-DE" sz="1200" b="1" err="1">
                <a:cs typeface="Arial"/>
              </a:rPr>
              <a:t>Planning</a:t>
            </a:r>
            <a:r>
              <a:rPr lang="de-DE" sz="1200" b="1">
                <a:cs typeface="Arial"/>
              </a:rPr>
              <a:t>: </a:t>
            </a: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>
                <a:ea typeface="+mn-lt"/>
                <a:cs typeface="+mn-lt"/>
              </a:rPr>
              <a:t>Alignment </a:t>
            </a:r>
            <a:r>
              <a:rPr lang="de-DE" sz="1100" err="1">
                <a:ea typeface="+mn-lt"/>
                <a:cs typeface="+mn-lt"/>
              </a:rPr>
              <a:t>of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perceived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workspace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with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hard-coded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robot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base</a:t>
            </a:r>
            <a:r>
              <a:rPr lang="de-DE" sz="1100">
                <a:ea typeface="+mn-lt"/>
                <a:cs typeface="+mn-lt"/>
              </a:rPr>
              <a:t> on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controller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side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obtain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intended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trajectory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direction</a:t>
            </a:r>
            <a:r>
              <a:rPr lang="de-DE" sz="1100">
                <a:ea typeface="+mn-lt"/>
                <a:cs typeface="+mn-lt"/>
              </a:rPr>
              <a:t> and </a:t>
            </a:r>
            <a:r>
              <a:rPr lang="de-DE" sz="1100" err="1">
                <a:ea typeface="+mn-lt"/>
                <a:cs typeface="+mn-lt"/>
              </a:rPr>
              <a:t>position</a:t>
            </a:r>
            <a:endParaRPr lang="de-DE" sz="1100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>
                <a:ea typeface="+mn-lt"/>
                <a:cs typeface="+mn-lt"/>
              </a:rPr>
              <a:t>Conflict </a:t>
            </a:r>
            <a:r>
              <a:rPr lang="de-DE" sz="1100" err="1">
                <a:ea typeface="+mn-lt"/>
                <a:cs typeface="+mn-lt"/>
              </a:rPr>
              <a:t>between</a:t>
            </a:r>
            <a:r>
              <a:rPr lang="de-DE" sz="1100">
                <a:ea typeface="+mn-lt"/>
                <a:cs typeface="+mn-lt"/>
              </a:rPr>
              <a:t> Z-</a:t>
            </a:r>
            <a:r>
              <a:rPr lang="de-DE" sz="1100" err="1">
                <a:ea typeface="+mn-lt"/>
                <a:cs typeface="+mn-lt"/>
              </a:rPr>
              <a:t>direction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trajectory</a:t>
            </a:r>
            <a:r>
              <a:rPr lang="de-DE" sz="1100">
                <a:ea typeface="+mn-lt"/>
                <a:cs typeface="+mn-lt"/>
              </a:rPr>
              <a:t> and </a:t>
            </a:r>
            <a:r>
              <a:rPr lang="de-DE" sz="1100" err="1">
                <a:ea typeface="+mn-lt"/>
                <a:cs typeface="+mn-lt"/>
              </a:rPr>
              <a:t>controller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force</a:t>
            </a:r>
            <a:r>
              <a:rPr lang="de-DE" sz="1100">
                <a:ea typeface="+mn-lt"/>
                <a:cs typeface="+mn-lt"/>
              </a:rPr>
              <a:t> (</a:t>
            </a:r>
            <a:r>
              <a:rPr lang="de-DE" sz="1100" err="1">
                <a:ea typeface="+mn-lt"/>
                <a:cs typeface="+mn-lt"/>
              </a:rPr>
              <a:t>downward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force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control</a:t>
            </a:r>
            <a:r>
              <a:rPr lang="de-DE" sz="1100">
                <a:ea typeface="+mn-lt"/>
                <a:cs typeface="+mn-lt"/>
              </a:rPr>
              <a:t>) → </a:t>
            </a:r>
            <a:r>
              <a:rPr lang="de-DE" sz="1100" err="1">
                <a:ea typeface="+mn-lt"/>
                <a:cs typeface="+mn-lt"/>
              </a:rPr>
              <a:t>only</a:t>
            </a:r>
            <a:r>
              <a:rPr lang="de-DE" sz="1100">
                <a:ea typeface="+mn-lt"/>
                <a:cs typeface="+mn-lt"/>
              </a:rPr>
              <a:t> X and Y </a:t>
            </a:r>
            <a:r>
              <a:rPr lang="de-DE" sz="1100" err="1">
                <a:ea typeface="+mn-lt"/>
                <a:cs typeface="+mn-lt"/>
              </a:rPr>
              <a:t>trajectory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components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are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used</a:t>
            </a:r>
            <a:endParaRPr lang="de-DE" sz="1100">
              <a:ea typeface="+mn-lt"/>
              <a:cs typeface="+mn-lt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de-DE" sz="1200">
              <a:cs typeface="Arial"/>
            </a:endParaRPr>
          </a:p>
          <a:p>
            <a:pPr>
              <a:lnSpc>
                <a:spcPct val="113999"/>
              </a:lnSpc>
            </a:pPr>
            <a:r>
              <a:rPr lang="de-DE" sz="1200" b="1">
                <a:cs typeface="Arial"/>
              </a:rPr>
              <a:t>Control:</a:t>
            </a: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 err="1">
                <a:ea typeface="+mn-lt"/>
                <a:cs typeface="+mn-lt"/>
              </a:rPr>
              <a:t>Gain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tuning</a:t>
            </a:r>
            <a:r>
              <a:rPr lang="de-DE" sz="1100">
                <a:ea typeface="+mn-lt"/>
                <a:cs typeface="+mn-lt"/>
              </a:rPr>
              <a:t>: </a:t>
            </a:r>
            <a:r>
              <a:rPr lang="de-DE" sz="1100" err="1">
                <a:ea typeface="+mn-lt"/>
                <a:cs typeface="+mn-lt"/>
              </a:rPr>
              <a:t>Too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low</a:t>
            </a:r>
            <a:r>
              <a:rPr lang="de-DE" sz="1100">
                <a:ea typeface="+mn-lt"/>
                <a:cs typeface="+mn-lt"/>
              </a:rPr>
              <a:t> Gains, </a:t>
            </a:r>
            <a:r>
              <a:rPr lang="de-DE" sz="1100" err="1">
                <a:ea typeface="+mn-lt"/>
                <a:cs typeface="+mn-lt"/>
              </a:rPr>
              <a:t>lead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non smooth State </a:t>
            </a:r>
            <a:r>
              <a:rPr lang="de-DE" sz="1100" err="1">
                <a:ea typeface="+mn-lt"/>
                <a:cs typeface="+mn-lt"/>
              </a:rPr>
              <a:t>Transitions</a:t>
            </a:r>
            <a:endParaRPr lang="de-DE" sz="1100" err="1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 panose="020B0604020202020204" pitchFamily="34" charset="0"/>
              <a:buChar char="•"/>
            </a:pPr>
            <a:r>
              <a:rPr lang="de-DE" sz="1100" err="1">
                <a:ea typeface="+mn-lt"/>
                <a:cs typeface="+mn-lt"/>
              </a:rPr>
              <a:t>Admittance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controller</a:t>
            </a:r>
            <a:r>
              <a:rPr lang="de-DE" sz="1100">
                <a:ea typeface="+mn-lt"/>
                <a:cs typeface="+mn-lt"/>
              </a:rPr>
              <a:t>: </a:t>
            </a:r>
            <a:r>
              <a:rPr lang="de-DE" sz="1100" err="1">
                <a:ea typeface="+mn-lt"/>
                <a:cs typeface="+mn-lt"/>
              </a:rPr>
              <a:t>Added</a:t>
            </a:r>
            <a:r>
              <a:rPr lang="de-DE" sz="1100">
                <a:ea typeface="+mn-lt"/>
                <a:cs typeface="+mn-lt"/>
              </a:rPr>
              <a:t> a Gravity </a:t>
            </a:r>
            <a:r>
              <a:rPr lang="de-DE" sz="1100" err="1">
                <a:ea typeface="+mn-lt"/>
                <a:cs typeface="+mn-lt"/>
              </a:rPr>
              <a:t>term</a:t>
            </a:r>
            <a:r>
              <a:rPr lang="de-DE" sz="1100">
                <a:ea typeface="+mn-lt"/>
                <a:cs typeface="+mn-lt"/>
              </a:rPr>
              <a:t> and </a:t>
            </a:r>
            <a:r>
              <a:rPr lang="de-DE" sz="1100" err="1">
                <a:ea typeface="+mn-lt"/>
                <a:cs typeface="+mn-lt"/>
              </a:rPr>
              <a:t>no</a:t>
            </a:r>
            <a:r>
              <a:rPr lang="de-DE" sz="1100">
                <a:ea typeface="+mn-lt"/>
                <a:cs typeface="+mn-lt"/>
              </a:rPr>
              <a:t> Spring </a:t>
            </a:r>
            <a:r>
              <a:rPr lang="de-DE" sz="1100" err="1">
                <a:ea typeface="+mn-lt"/>
                <a:cs typeface="+mn-lt"/>
              </a:rPr>
              <a:t>component</a:t>
            </a:r>
            <a:r>
              <a:rPr lang="de-DE" sz="1100">
                <a:ea typeface="+mn-lt"/>
                <a:cs typeface="+mn-lt"/>
              </a:rPr>
              <a:t>, </a:t>
            </a:r>
            <a:r>
              <a:rPr lang="de-DE" sz="1100" err="1">
                <a:ea typeface="+mn-lt"/>
                <a:cs typeface="+mn-lt"/>
              </a:rPr>
              <a:t>as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this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lead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to</a:t>
            </a:r>
            <a:r>
              <a:rPr lang="de-DE" sz="1100">
                <a:ea typeface="+mn-lt"/>
                <a:cs typeface="+mn-lt"/>
              </a:rPr>
              <a:t> a crashing </a:t>
            </a:r>
            <a:r>
              <a:rPr lang="de-DE" sz="1100" err="1">
                <a:ea typeface="+mn-lt"/>
                <a:cs typeface="+mn-lt"/>
              </a:rPr>
              <a:t>into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the</a:t>
            </a:r>
            <a:r>
              <a:rPr lang="de-DE" sz="1100">
                <a:ea typeface="+mn-lt"/>
                <a:cs typeface="+mn-lt"/>
              </a:rPr>
              <a:t> workpiece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0E3304-2536-9DC3-17C1-32FAF34F54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19BCF2-5729-1E1B-1937-30F5CFF9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cs typeface="Arial"/>
              </a:rPr>
              <a:t>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2217813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30672-861E-E763-0CD2-ECC19DD1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4" descr="TUM_Glockenturm.tif">
            <a:extLst>
              <a:ext uri="{FF2B5EF4-FFF2-40B4-BE49-F238E27FC236}">
                <a16:creationId xmlns:a16="http://schemas.microsoft.com/office/drawing/2014/main" id="{85927E88-A580-AF27-A012-2AD616254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70E6FEF4-9890-E30A-E093-08EB0E29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227" y="2195512"/>
            <a:ext cx="1883421" cy="376238"/>
          </a:xfrm>
        </p:spPr>
        <p:txBody>
          <a:bodyPr/>
          <a:lstStyle/>
          <a:p>
            <a:r>
              <a:rPr lang="en-US" altLang="ko-KR"/>
              <a:t>Thank</a:t>
            </a:r>
            <a:r>
              <a:rPr lang="de-DE" altLang="ko-KR"/>
              <a:t> </a:t>
            </a:r>
            <a:r>
              <a:rPr lang="en-US" altLang="ko-KR"/>
              <a:t>you! :)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5947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DF467-19B5-16B7-0C68-15492F8C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993AAA-1DDD-A3F3-09FD-7A7F6A6D9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32" y="852147"/>
            <a:ext cx="8508999" cy="383415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100" b="1" err="1">
                <a:cs typeface="Arial"/>
              </a:rPr>
              <a:t>You</a:t>
            </a:r>
            <a:r>
              <a:rPr lang="de-DE" sz="1100" b="1">
                <a:cs typeface="Arial"/>
              </a:rPr>
              <a:t>-Ri Su: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1100">
                <a:cs typeface="Arial"/>
              </a:rPr>
              <a:t>Vision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1100" err="1">
                <a:cs typeface="Arial"/>
              </a:rPr>
              <a:t>Planning</a:t>
            </a:r>
            <a:endParaRPr lang="de-DE" sz="110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de-DE" sz="1100" b="1">
                <a:cs typeface="Arial"/>
              </a:rPr>
              <a:t>Jose Antonio </a:t>
            </a:r>
            <a:r>
              <a:rPr lang="de-DE" sz="1100" b="1" err="1">
                <a:cs typeface="Arial"/>
              </a:rPr>
              <a:t>Botello</a:t>
            </a:r>
            <a:r>
              <a:rPr lang="de-DE" sz="1100" b="1">
                <a:cs typeface="Arial"/>
              </a:rPr>
              <a:t> Vazquez: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1100">
                <a:cs typeface="Arial"/>
              </a:rPr>
              <a:t>Vision</a:t>
            </a:r>
          </a:p>
          <a:p>
            <a:pPr>
              <a:lnSpc>
                <a:spcPct val="150000"/>
              </a:lnSpc>
            </a:pPr>
            <a:r>
              <a:rPr lang="de-DE" sz="1100" b="1">
                <a:ea typeface="+mn-lt"/>
                <a:cs typeface="+mn-lt"/>
              </a:rPr>
              <a:t>Pablo </a:t>
            </a:r>
            <a:r>
              <a:rPr lang="de-DE" sz="1100" b="1" err="1">
                <a:ea typeface="+mn-lt"/>
                <a:cs typeface="+mn-lt"/>
              </a:rPr>
              <a:t>Eusse</a:t>
            </a:r>
            <a:r>
              <a:rPr lang="de-DE" sz="1100" b="1">
                <a:ea typeface="+mn-lt"/>
                <a:cs typeface="+mn-lt"/>
              </a:rPr>
              <a:t> Martinez:</a:t>
            </a:r>
            <a:endParaRPr lang="en-US" sz="1100" b="1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1100" err="1">
                <a:cs typeface="Arial"/>
              </a:rPr>
              <a:t>Planning</a:t>
            </a:r>
            <a:endParaRPr lang="de-DE" sz="11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1100">
                <a:cs typeface="Arial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lang="de-DE" sz="1100" b="1">
                <a:cs typeface="Arial"/>
              </a:rPr>
              <a:t>Tobias Töws: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de-DE" sz="1100" err="1">
                <a:cs typeface="Arial"/>
              </a:rPr>
              <a:t>Planning</a:t>
            </a:r>
            <a:endParaRPr lang="en-US" sz="11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de-DE" sz="1100">
                <a:cs typeface="Arial"/>
              </a:rPr>
              <a:t>Control</a:t>
            </a:r>
          </a:p>
          <a:p>
            <a:pPr>
              <a:lnSpc>
                <a:spcPct val="113999"/>
              </a:lnSpc>
            </a:pPr>
            <a:r>
              <a:rPr lang="de-DE" sz="1100" b="1" err="1">
                <a:ea typeface="+mn-lt"/>
                <a:cs typeface="+mn-lt"/>
              </a:rPr>
              <a:t>Everyone</a:t>
            </a:r>
            <a:r>
              <a:rPr lang="de-DE" sz="1100" b="1">
                <a:ea typeface="+mn-lt"/>
                <a:cs typeface="+mn-lt"/>
              </a:rPr>
              <a:t>:</a:t>
            </a:r>
            <a:endParaRPr lang="de-DE" sz="1100" b="1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sz="1100">
                <a:ea typeface="+mn-lt"/>
                <a:cs typeface="+mn-lt"/>
              </a:rPr>
              <a:t>Integration and </a:t>
            </a:r>
            <a:r>
              <a:rPr lang="de-DE" sz="1100" err="1">
                <a:ea typeface="+mn-lt"/>
                <a:cs typeface="+mn-lt"/>
              </a:rPr>
              <a:t>testing</a:t>
            </a:r>
            <a:r>
              <a:rPr lang="de-DE" sz="1100">
                <a:ea typeface="+mn-lt"/>
                <a:cs typeface="+mn-lt"/>
              </a:rPr>
              <a:t> </a:t>
            </a:r>
            <a:r>
              <a:rPr lang="de-DE" sz="1100" err="1">
                <a:ea typeface="+mn-lt"/>
                <a:cs typeface="+mn-lt"/>
              </a:rPr>
              <a:t>of</a:t>
            </a:r>
            <a:r>
              <a:rPr lang="de-DE" sz="1100">
                <a:ea typeface="+mn-lt"/>
                <a:cs typeface="+mn-lt"/>
              </a:rPr>
              <a:t> all </a:t>
            </a:r>
            <a:r>
              <a:rPr lang="de-DE" sz="1100" err="1">
                <a:ea typeface="+mn-lt"/>
                <a:cs typeface="+mn-lt"/>
              </a:rPr>
              <a:t>modules</a:t>
            </a:r>
            <a:endParaRPr lang="de-DE" sz="1100" err="1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sz="1100">
                <a:cs typeface="Arial"/>
              </a:rPr>
              <a:t>Report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de-DE" sz="1100" err="1">
                <a:ea typeface="+mn-lt"/>
                <a:cs typeface="+mn-lt"/>
              </a:rPr>
              <a:t>Presentation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8DB350-FDEC-9FD1-ADC9-1D5524F0A8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AAC50DE-67FB-15B7-496B-FC22901E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cs typeface="Arial"/>
              </a:rPr>
              <a:t>Appendix: </a:t>
            </a:r>
            <a:r>
              <a:rPr lang="de-DE" err="1">
                <a:cs typeface="Arial"/>
              </a:rPr>
              <a:t>Focused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part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50566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Application>Microsoft Office PowerPoint</Application>
  <PresentationFormat>On-screen Show (16:9)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MSBRDM Project: Welding Robot</vt:lpstr>
      <vt:lpstr>Project Description</vt:lpstr>
      <vt:lpstr>Perception Module</vt:lpstr>
      <vt:lpstr>Trajectory Generation </vt:lpstr>
      <vt:lpstr>Admittance Controller</vt:lpstr>
      <vt:lpstr>Joint Controller</vt:lpstr>
      <vt:lpstr>Cartesian Controller</vt:lpstr>
      <vt:lpstr>Orientation Controller</vt:lpstr>
      <vt:lpstr>Controller Structure</vt:lpstr>
      <vt:lpstr>Videos</vt:lpstr>
      <vt:lpstr>Results </vt:lpstr>
      <vt:lpstr>Troubleshooting</vt:lpstr>
      <vt:lpstr>Thank you! :)</vt:lpstr>
      <vt:lpstr>Appendix: Focused part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revision>1</cp:revision>
  <cp:lastPrinted>2015-07-30T14:04:45Z</cp:lastPrinted>
  <dcterms:created xsi:type="dcterms:W3CDTF">2020-10-03T23:03:33Z</dcterms:created>
  <dcterms:modified xsi:type="dcterms:W3CDTF">2026-02-19T14:00:33Z</dcterms:modified>
</cp:coreProperties>
</file>